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4dae66fdc064173" /><Relationship Type="http://schemas.openxmlformats.org/officeDocument/2006/relationships/extended-properties" Target="/docProps/app.xml" Id="R67b6c09353044f7f" /><Relationship Type="http://schemas.openxmlformats.org/officeDocument/2006/relationships/officeDocument" Target="/ppt/presentation.xml" Id="Re78972215c434ada" /></Relationships>
</file>

<file path=ppt/presentation.xml><?xml version="1.0" encoding="utf-8"?>
<p:presentation xmlns:p="http://schemas.openxmlformats.org/presentationml/2006/main">
  <p:sldMasterIdLst>
    <p:sldMasterId xmlns:r="http://schemas.openxmlformats.org/officeDocument/2006/relationships" id="2147483648" r:id="Rd4359534f4a4482b"/>
  </p:sldMasterIdLst>
  <p:notesMasterIdLst>
    <p:notesMasterId xmlns:r="http://schemas.openxmlformats.org/officeDocument/2006/relationships" r:id="R1a7ff57909384b31"/>
  </p:notesMasterIdLst>
  <p:sldIdLst>
    <p:sldId xmlns:r="http://schemas.openxmlformats.org/officeDocument/2006/relationships" id="256" r:id="R027eee7429cc4136"/>
    <p:sldId xmlns:r="http://schemas.openxmlformats.org/officeDocument/2006/relationships" id="257" r:id="R2d34e1a5ffe54ee8"/>
    <p:sldId xmlns:r="http://schemas.openxmlformats.org/officeDocument/2006/relationships" id="258" r:id="R410ce249475a4e20"/>
    <p:sldId xmlns:r="http://schemas.openxmlformats.org/officeDocument/2006/relationships" id="259" r:id="R22c81d33fca540a4"/>
    <p:sldId xmlns:r="http://schemas.openxmlformats.org/officeDocument/2006/relationships" id="260" r:id="Ra3401648e0f84678"/>
    <p:sldId xmlns:r="http://schemas.openxmlformats.org/officeDocument/2006/relationships" id="261" r:id="R755400042c954d0a"/>
    <p:sldId xmlns:r="http://schemas.openxmlformats.org/officeDocument/2006/relationships" id="262" r:id="Rcfc0bac319d34c3c"/>
    <p:sldId xmlns:r="http://schemas.openxmlformats.org/officeDocument/2006/relationships" id="263" r:id="Re4e493bf3c7c43ef"/>
    <p:sldId xmlns:r="http://schemas.openxmlformats.org/officeDocument/2006/relationships" id="264" r:id="R136b81408b234366"/>
    <p:sldId xmlns:r="http://schemas.openxmlformats.org/officeDocument/2006/relationships" id="265" r:id="R7976b948374d44ea"/>
    <p:sldId xmlns:r="http://schemas.openxmlformats.org/officeDocument/2006/relationships" id="266" r:id="R8b65c03f7df9421a"/>
    <p:sldId xmlns:r="http://schemas.openxmlformats.org/officeDocument/2006/relationships" id="267" r:id="Rc74a91edf8fb463b"/>
    <p:sldId xmlns:r="http://schemas.openxmlformats.org/officeDocument/2006/relationships" id="268" r:id="R62610d45b5ff4f8e"/>
    <p:sldId xmlns:r="http://schemas.openxmlformats.org/officeDocument/2006/relationships" id="269" r:id="R8ac710dc7f024a2f"/>
    <p:sldId xmlns:r="http://schemas.openxmlformats.org/officeDocument/2006/relationships" id="270" r:id="R0ce358261d9940a8"/>
    <p:sldId xmlns:r="http://schemas.openxmlformats.org/officeDocument/2006/relationships" id="271" r:id="Ra580c3d88f7b4bf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92465fd69f44e6" /><Relationship Type="http://schemas.openxmlformats.org/officeDocument/2006/relationships/slideMaster" Target="/ppt/slideMasters/slideMaster1.xml" Id="Rd4359534f4a4482b" /><Relationship Type="http://schemas.openxmlformats.org/officeDocument/2006/relationships/notesMaster" Target="/ppt/notesMasters/notesMaster1.xml" Id="R1a7ff57909384b31" /><Relationship Type="http://schemas.openxmlformats.org/officeDocument/2006/relationships/presProps" Target="/ppt/presProps.xml" Id="R17da1c3395874635" /><Relationship Type="http://schemas.openxmlformats.org/officeDocument/2006/relationships/tableStyles" Target="/ppt/tableStyles.xml" Id="R4407fabfb169499f" /><Relationship Type="http://schemas.openxmlformats.org/officeDocument/2006/relationships/slide" Target="/ppt/slides/slide1.xml" Id="R027eee7429cc4136" /><Relationship Type="http://schemas.openxmlformats.org/officeDocument/2006/relationships/slide" Target="/ppt/slides/slide2.xml" Id="R2d34e1a5ffe54ee8" /><Relationship Type="http://schemas.openxmlformats.org/officeDocument/2006/relationships/slide" Target="/ppt/slides/slide3.xml" Id="R410ce249475a4e20" /><Relationship Type="http://schemas.openxmlformats.org/officeDocument/2006/relationships/slide" Target="/ppt/slides/slide4.xml" Id="R22c81d33fca540a4" /><Relationship Type="http://schemas.openxmlformats.org/officeDocument/2006/relationships/slide" Target="/ppt/slides/slide5.xml" Id="Ra3401648e0f84678" /><Relationship Type="http://schemas.openxmlformats.org/officeDocument/2006/relationships/slide" Target="/ppt/slides/slide6.xml" Id="R755400042c954d0a" /><Relationship Type="http://schemas.openxmlformats.org/officeDocument/2006/relationships/slide" Target="/ppt/slides/slide7.xml" Id="Rcfc0bac319d34c3c" /><Relationship Type="http://schemas.openxmlformats.org/officeDocument/2006/relationships/slide" Target="/ppt/slides/slide8.xml" Id="Re4e493bf3c7c43ef" /><Relationship Type="http://schemas.openxmlformats.org/officeDocument/2006/relationships/slide" Target="/ppt/slides/slide9.xml" Id="R136b81408b234366" /><Relationship Type="http://schemas.openxmlformats.org/officeDocument/2006/relationships/slide" Target="/ppt/slides/slide10.xml" Id="R7976b948374d44ea" /><Relationship Type="http://schemas.openxmlformats.org/officeDocument/2006/relationships/slide" Target="/ppt/slides/slide11.xml" Id="R8b65c03f7df9421a" /><Relationship Type="http://schemas.openxmlformats.org/officeDocument/2006/relationships/slide" Target="/ppt/slides/slide12.xml" Id="Rc74a91edf8fb463b" /><Relationship Type="http://schemas.openxmlformats.org/officeDocument/2006/relationships/slide" Target="/ppt/slides/slide13.xml" Id="R62610d45b5ff4f8e" /><Relationship Type="http://schemas.openxmlformats.org/officeDocument/2006/relationships/slide" Target="/ppt/slides/slide14.xml" Id="R8ac710dc7f024a2f" /><Relationship Type="http://schemas.openxmlformats.org/officeDocument/2006/relationships/slide" Target="/ppt/slides/slide15.xml" Id="R0ce358261d9940a8" /><Relationship Type="http://schemas.openxmlformats.org/officeDocument/2006/relationships/slide" Target="/ppt/slides/slide16.xml" Id="Ra580c3d88f7b4b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7330e02cf24c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b47f54d4234133" /><Relationship Type="http://schemas.openxmlformats.org/officeDocument/2006/relationships/notesMaster" Target="/ppt/notesMasters/notesMaster1.xml" Id="Rc6b5a7b9dffe42b1"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6086b0cb4c4ec8" /><Relationship Type="http://schemas.openxmlformats.org/officeDocument/2006/relationships/notesMaster" Target="/ppt/notesMasters/notesMaster1.xml" Id="Rab09b9a0046d434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9196503f404051" /><Relationship Type="http://schemas.openxmlformats.org/officeDocument/2006/relationships/notesMaster" Target="/ppt/notesMasters/notesMaster1.xml" Id="R2012dfc2a89c4d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5299ac8983f46f1" /><Relationship Type="http://schemas.openxmlformats.org/officeDocument/2006/relationships/notesMaster" Target="/ppt/notesMasters/notesMaster1.xml" Id="Rbb6ea8c25e454f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1d55424388439c" /><Relationship Type="http://schemas.openxmlformats.org/officeDocument/2006/relationships/notesMaster" Target="/ppt/notesMasters/notesMaster1.xml" Id="R7951190393384c6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8d4f253feb42cf" /><Relationship Type="http://schemas.openxmlformats.org/officeDocument/2006/relationships/notesMaster" Target="/ppt/notesMasters/notesMaster1.xml" Id="R8088a612e16d4e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6bc67ed9a14774" /><Relationship Type="http://schemas.openxmlformats.org/officeDocument/2006/relationships/notesMaster" Target="/ppt/notesMasters/notesMaster1.xml" Id="R615ec911bcac4fa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44eb5afe7e4527" /><Relationship Type="http://schemas.openxmlformats.org/officeDocument/2006/relationships/notesMaster" Target="/ppt/notesMasters/notesMaster1.xml" Id="R6cd7ee8ffbed46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15b57867a8149ab" /><Relationship Type="http://schemas.openxmlformats.org/officeDocument/2006/relationships/notesMaster" Target="/ppt/notesMasters/notesMaster1.xml" Id="Raa63bfefce9347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d0ee9638a6341af" /><Relationship Type="http://schemas.openxmlformats.org/officeDocument/2006/relationships/notesMaster" Target="/ppt/notesMasters/notesMaster1.xml" Id="R287016cd5c024f5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48a0fc93ff4b8e" /><Relationship Type="http://schemas.openxmlformats.org/officeDocument/2006/relationships/notesMaster" Target="/ppt/notesMasters/notesMaster1.xml" Id="Rb80d2d42b6ea445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cc21b3801e74ecc" /><Relationship Type="http://schemas.openxmlformats.org/officeDocument/2006/relationships/notesMaster" Target="/ppt/notesMasters/notesMaster1.xml" Id="Rd429e19a5d2e438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e72764525b149a3" /><Relationship Type="http://schemas.openxmlformats.org/officeDocument/2006/relationships/notesMaster" Target="/ppt/notesMasters/notesMaster1.xml" Id="R72f5f014aed04e9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4e6b80ce668487c" /><Relationship Type="http://schemas.openxmlformats.org/officeDocument/2006/relationships/notesMaster" Target="/ppt/notesMasters/notesMaster1.xml" Id="R98d8523d2de34f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eaa7c4b56124a60" /><Relationship Type="http://schemas.openxmlformats.org/officeDocument/2006/relationships/notesMaster" Target="/ppt/notesMasters/notesMaster1.xml" Id="R9b3eb5c7668440c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821fd116084972" /><Relationship Type="http://schemas.openxmlformats.org/officeDocument/2006/relationships/notesMaster" Target="/ppt/notesMasters/notesMaster1.xml" Id="R89c29f32db3e4ef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Chào thầy và các bạn. Hôm nay nhóm mình trình bày database testing qua DbUnit, Database Rider và Tonic.ai trên EShop. Nhóm cũng làm rõ khác biệt relational và NoSQL, cùng khả năng tái sử dụng code khi chuyển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Một thao tác thành công trên UI chưa chứng minh dữ liệu đúng. Checkout có thể hiện success nhưng order bị ghi sai user, tổng tiền hoặc trạng thái. Database testing kiểm tra trạng thái đã lưu thật sự.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Cả hai mô hình đều dùng arrange, act, assert, cleanup. Nhưng relational tập trung schema và constraint; NoSQL tập trung document, consistency và distribution.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Relational database thường enforce schema rõ. Ta kiểm tra PK, FK, unique, not null, transaction, join, migration và index. EShop SQLite thuộc nhóm này.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NoSQL là nhiều mô hình. Với document database, test field, nested object, array, reference, aggregation, schema evolution. Eventual consistency cần bounded retry và timeout rõ ràng.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DbUnit và Rider dùng JDBC, nên phù hợp relational. Tonic hỗ trợ relational và một số NoSQL như MongoDB, DynamoDB. Nhưng Tonic tạo dữ liệu, không phải assertion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DbUnit load XML dataset, CLEAN_INSERT rồi assert. Giá trị chính là mỗi test bắt đầu từ trạng thái biết trước.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Database Rider dùng DbUnit bên dưới nhưng annotation và YAML giúp test ngắn và dễ duy trì hơn.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Tonic mask name, email, password, address, phone. ID và foreign key nên giữ ổn định. Đây là test-data management, không phải test assertion.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Cả hai mô hình đều dùng arrange, act, assert, cleanup. Nhưng relational tập trung schema và constraint; NoSQL tập trung document, consistency và distribution.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Tonic mask name, email, password, address, phone. ID và foreign key nên giữ ổn định. Đây là test-data management, không phải test assertion.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Nhóm thừa nhận PoC còn hard-code: JDBC URL, HSQLDB, DDL, table, dataset path, query và expected count. Nó chứng minh workflow chứ chưa chứng minh portability.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Ước lượng code hiện tại reuse 30-40% cho Java relational project. Sau refactor configuration và support layer, harness có thể 70-80%. Đây là estimate, không phải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Tách connection factory, schema.sql, dataset và base support. Khi đổi relational project chỉ thay config, schema, data và assertion. NoSQL cần native driver nhưng giữ test lifecycle.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Kết luận: DbUnit kiểm soát state, Rider giảm ceremony, Tonic tạo safe data. Relational và NoSQL cùng mục tiêu nhưng khác risks. Nhóm reuse harness, không giả vờ business rules là generic. Chuyển sang live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Mời thầy và các bạn dùng điện thoại quét mã QR để mở bài test. Sau khi mọi người tham gia, nhóm bắt đầu phần câu hỏi ôn tập về database testing và ba công cụ.</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0012877f5747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135433a781422d" /><Relationship Type="http://schemas.openxmlformats.org/officeDocument/2006/relationships/slideLayout" Target="/ppt/slideLayouts/slideLayout1.xml" Id="Rfbac556d6ce24f4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ac556d6ce24f4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773015ef8e34243" /><Relationship Type="http://schemas.openxmlformats.org/officeDocument/2006/relationships/image" Target="/ppt/media/image.png" Id="Rfd75329a090a4039" /><Relationship Type="http://schemas.openxmlformats.org/officeDocument/2006/relationships/notesSlide" Target="/ppt/notesSlides/notesSlide1.xml" Id="R63ead258124a43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ce47fba94574e91" /><Relationship Type="http://schemas.openxmlformats.org/officeDocument/2006/relationships/notesSlide" Target="/ppt/notesSlides/notesSlide2.xml" Id="R079c2bbb694a43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4e2266e2e5346bc" /><Relationship Type="http://schemas.openxmlformats.org/officeDocument/2006/relationships/notesSlide" Target="/ppt/notesSlides/notesSlide3.xml" Id="Rcd98aeab95894c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3421b967e124602" /><Relationship Type="http://schemas.openxmlformats.org/officeDocument/2006/relationships/notesSlide" Target="/ppt/notesSlides/notesSlide4.xml" Id="R2b549d95e4e847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5d6317a151a43e5" /><Relationship Type="http://schemas.openxmlformats.org/officeDocument/2006/relationships/notesSlide" Target="/ppt/notesSlides/notesSlide5.xml" Id="Rf5642919617449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39368edf4694ca1" /><Relationship Type="http://schemas.openxmlformats.org/officeDocument/2006/relationships/notesSlide" Target="/ppt/notesSlides/notesSlide6.xml" Id="R9a6d9c6e62454c1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56f8530c58345b8" /><Relationship Type="http://schemas.openxmlformats.org/officeDocument/2006/relationships/image" Target="/ppt/media/image2.png" Id="R1e20a7b72f8142b3" /><Relationship Type="http://schemas.openxmlformats.org/officeDocument/2006/relationships/notesSlide" Target="/ppt/notesSlides/notesSlide7.xml" Id="R03efd4a21c1940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607023eab044dab" /><Relationship Type="http://schemas.openxmlformats.org/officeDocument/2006/relationships/image" Target="/ppt/media/image3.png" Id="R658c3d8fc61d451e" /><Relationship Type="http://schemas.openxmlformats.org/officeDocument/2006/relationships/notesSlide" Target="/ppt/notesSlides/notesSlide8.xml" Id="R8b4970d8d66c45f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a0f187ddc3a4453" /><Relationship Type="http://schemas.openxmlformats.org/officeDocument/2006/relationships/image" Target="/ppt/media/image4.png" Id="R5f01b31fc3ef4598" /><Relationship Type="http://schemas.openxmlformats.org/officeDocument/2006/relationships/notesSlide" Target="/ppt/notesSlides/notesSlide9.xml" Id="Rb6431a2fa61b4e4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dd40db66a704627" /><Relationship Type="http://schemas.openxmlformats.org/officeDocument/2006/relationships/notesSlide" Target="/ppt/notesSlides/notesSlide10.xml" Id="Ra32d6e9dc94844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e4ebfce40e64c83" /><Relationship Type="http://schemas.openxmlformats.org/officeDocument/2006/relationships/image" Target="/ppt/media/image4.png" Id="R305c7e250a204801" /><Relationship Type="http://schemas.openxmlformats.org/officeDocument/2006/relationships/notesSlide" Target="/ppt/notesSlides/notesSlide11.xml" Id="R9a5930d13e904f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232a30daa6640d4" /><Relationship Type="http://schemas.openxmlformats.org/officeDocument/2006/relationships/notesSlide" Target="/ppt/notesSlides/notesSlide12.xml" Id="R48405cfc4002462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cbc9eb62afb49d1" /><Relationship Type="http://schemas.openxmlformats.org/officeDocument/2006/relationships/notesSlide" Target="/ppt/notesSlides/notesSlide13.xml" Id="R0162d0b69cbe437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8d0af11cc4548a1" /><Relationship Type="http://schemas.openxmlformats.org/officeDocument/2006/relationships/notesSlide" Target="/ppt/notesSlides/notesSlide14.xml" Id="Rb7c232ab770f493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cce7e9514454d79" /><Relationship Type="http://schemas.openxmlformats.org/officeDocument/2006/relationships/notesSlide" Target="/ppt/notesSlides/notesSlide15.xml" Id="R25356dd18813431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ee7830e960143b9" /><Relationship Type="http://schemas.openxmlformats.org/officeDocument/2006/relationships/image" Target="/ppt/media/image5.png" Id="R26d73286da024bbf" /><Relationship Type="http://schemas.openxmlformats.org/officeDocument/2006/relationships/notesSlide" Target="/ppt/notesSlides/notesSlide16.xml" Id="R548f92c4836d452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684153C-22E0-4E1C-8416-EBBE9C0B95E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55C644-6622-496F-A7FC-A98AC223C335}"/>
              </a:ext>
            </a:extLst>
          </p:cNvPr>
          <p:cNvSpPr>
            <a:spLocks xmlns:a="http://schemas.openxmlformats.org/drawingml/2006/main" noGrp="1"/>
          </p:cNvSpPr>
          <p:nvPr/>
        </p:nvSpPr>
        <p:spPr>
          <a:xfrm xmlns:a="http://schemas.openxmlformats.org/drawingml/2006/main">
            <a:off x="685800" y="16192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0F8B8D"/>
                </a:solidFill>
              </a:defRPr>
            </a:pPr>
            <a:r>
              <a:rPr sz="1275" b="1">
                <a:solidFill>
                  <a:srgbClr val="0F8B8D"/>
                </a:solidFill>
              </a:rPr>
              <a:t>SEMINAR KIỂM THỬ PHẦN MỀM</a:t>
            </a:r>
          </a:p>
        </p:txBody>
      </p:sp>
      <p:sp>
        <p:nvSpPr>
          <p:cNvPr id="3" name="">
            <a:extLst xmlns:a="http://schemas.openxmlformats.org/drawingml/2006/main">
              <a:ext uri="{FF2B5EF4-FFF2-40B4-BE49-F238E27FC236}">
                <a16:creationId xmlns:a16="http://schemas.microsoft.com/office/drawing/2014/main" id="{5B8B074F-E560-4EBB-9C8E-4EFEB8A8673A}"/>
              </a:ext>
            </a:extLst>
          </p:cNvPr>
          <p:cNvSpPr>
            <a:spLocks xmlns:a="http://schemas.openxmlformats.org/drawingml/2006/main" noGrp="1"/>
          </p:cNvSpPr>
          <p:nvPr/>
        </p:nvSpPr>
        <p:spPr>
          <a:xfrm xmlns:a="http://schemas.openxmlformats.org/drawingml/2006/main">
            <a:off x="685800" y="2038350"/>
            <a:ext cx="6762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5100" b="1">
                <a:solidFill>
                  <a:srgbClr val="123B67"/>
                </a:solidFill>
              </a:defRPr>
            </a:pPr>
            <a:r>
              <a:rPr sz="5100" b="1">
                <a:solidFill>
                  <a:srgbClr val="123B67"/>
                </a:solidFill>
              </a:rPr>
              <a:t>Kiểm thử CSDL</a:t>
            </a:r>
          </a:p>
          <a:p xmlns:a="http://schemas.openxmlformats.org/drawingml/2006/main">
            <a:pPr algn="l">
              <a:buNone/>
              <a:defRPr sz="5100" b="1">
                <a:solidFill>
                  <a:srgbClr val="123B67"/>
                </a:solidFill>
              </a:defRPr>
            </a:pPr>
            <a:r>
              <a:rPr sz="5100" b="1">
                <a:solidFill>
                  <a:srgbClr val="123B67"/>
                </a:solidFill>
              </a:rPr>
              <a:t>cho EShop</a:t>
            </a:r>
          </a:p>
        </p:txBody>
      </p:sp>
      <p:sp>
        <p:nvSpPr>
          <p:cNvPr id="4" name="">
            <a:extLst xmlns:a="http://schemas.openxmlformats.org/drawingml/2006/main">
              <a:ext uri="{FF2B5EF4-FFF2-40B4-BE49-F238E27FC236}">
                <a16:creationId xmlns:a16="http://schemas.microsoft.com/office/drawing/2014/main" id="{F1D41BE3-9558-493F-93C1-80AB81D87D4B}"/>
              </a:ext>
            </a:extLst>
          </p:cNvPr>
          <p:cNvSpPr>
            <a:spLocks xmlns:a="http://schemas.openxmlformats.org/drawingml/2006/main" noGrp="1"/>
          </p:cNvSpPr>
          <p:nvPr/>
        </p:nvSpPr>
        <p:spPr>
          <a:xfrm xmlns:a="http://schemas.openxmlformats.org/drawingml/2006/main">
            <a:off x="685800" y="3581400"/>
            <a:ext cx="7143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0">
                <a:solidFill>
                  <a:srgbClr val="526579"/>
                </a:solidFill>
              </a:defRPr>
            </a:pPr>
            <a:r>
              <a:rPr sz="1950" b="0">
                <a:solidFill>
                  <a:srgbClr val="526579"/>
                </a:solidFill>
              </a:rPr>
              <a:t>Trạng thái dữ liệu ổn định, kiểm tra dễ bảo trì và dữ liệu test an toàn cho cơ sở dữ liệu quan hệ và NoSQL.</a:t>
            </a:r>
          </a:p>
        </p:txBody>
      </p:sp>
      <p:sp>
        <p:nvSpPr>
          <p:cNvPr id="5" name="">
            <a:extLst xmlns:a="http://schemas.openxmlformats.org/drawingml/2006/main">
              <a:ext uri="{FF2B5EF4-FFF2-40B4-BE49-F238E27FC236}">
                <a16:creationId xmlns:a16="http://schemas.microsoft.com/office/drawing/2014/main" id="{0DFE96B1-A0A8-4F52-86B0-5E199F593B09}"/>
              </a:ext>
            </a:extLst>
          </p:cNvPr>
          <p:cNvSpPr>
            <a:spLocks xmlns:a="http://schemas.openxmlformats.org/drawingml/2006/main" noGrp="1"/>
          </p:cNvSpPr>
          <p:nvPr/>
        </p:nvSpPr>
        <p:spPr>
          <a:xfrm xmlns:a="http://schemas.openxmlformats.org/drawingml/2006/main">
            <a:off x="685800" y="4686300"/>
            <a:ext cx="4953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579"/>
                </a:solidFill>
              </a:defRPr>
            </a:pPr>
            <a:r>
              <a:rPr sz="1350" b="0">
                <a:solidFill>
                  <a:srgbClr val="526579"/>
                </a:solidFill>
              </a:rPr>
              <a:t>23127081 - Nguyễn Phan Hùng Linh</a:t>
            </a:r>
          </a:p>
          <a:p xmlns:a="http://schemas.openxmlformats.org/drawingml/2006/main">
            <a:pPr algn="l">
              <a:buNone/>
              <a:defRPr sz="1350" b="0">
                <a:solidFill>
                  <a:srgbClr val="526579"/>
                </a:solidFill>
              </a:defRPr>
            </a:pPr>
            <a:r>
              <a:rPr sz="1350" b="0">
                <a:solidFill>
                  <a:srgbClr val="526579"/>
                </a:solidFill>
              </a:rPr>
              <a:t>23127172 - Nguyễn Chí Đức</a:t>
            </a:r>
          </a:p>
          <a:p xmlns:a="http://schemas.openxmlformats.org/drawingml/2006/main">
            <a:pPr algn="l">
              <a:buNone/>
              <a:defRPr sz="1350" b="0">
                <a:solidFill>
                  <a:srgbClr val="526579"/>
                </a:solidFill>
              </a:defRPr>
            </a:pPr>
            <a:r>
              <a:rPr sz="1350" b="0">
                <a:solidFill>
                  <a:srgbClr val="526579"/>
                </a:solidFill>
              </a:rPr>
              <a:t>23127487 - Thôi Đặng Trường Thọ</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d75329a090a4039"/>
          <a:stretch xmlns:a="http://schemas.openxmlformats.org/drawingml/2006/main"/>
        </p:blipFill>
        <p:spPr>
          <a:xfrm xmlns:a="http://schemas.openxmlformats.org/drawingml/2006/main">
            <a:off x="8477250" y="2095500"/>
            <a:ext cx="2857500" cy="2857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3ECE4E8-539E-4ACA-A6EF-852D9C75867C}"/>
              </a:ext>
            </a:extLst>
          </p:cNvPr>
          <p:cNvSpPr>
            <a:spLocks xmlns:a="http://schemas.openxmlformats.org/drawingml/2006/main" noGrp="1"/>
          </p:cNvSpPr>
          <p:nvPr/>
        </p:nvSpPr>
        <p:spPr>
          <a:xfrm xmlns:a="http://schemas.openxmlformats.org/drawingml/2006/main">
            <a:off x="685800" y="64770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ĐHQG-HCM - KHTN</a:t>
            </a:r>
          </a:p>
        </p:txBody>
      </p:sp>
      <p:sp>
        <p:nvSpPr>
          <p:cNvPr id="8" name="">
            <a:extLst xmlns:a="http://schemas.openxmlformats.org/drawingml/2006/main">
              <a:ext uri="{FF2B5EF4-FFF2-40B4-BE49-F238E27FC236}">
                <a16:creationId xmlns:a16="http://schemas.microsoft.com/office/drawing/2014/main" id="{7211B0E2-DB9E-45ED-ACC2-7B88057905F8}"/>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1 / 16</a:t>
            </a:r>
          </a:p>
        </p:txBody>
      </p:sp>
      <p:sp>
        <p:nvSpPr>
          <p:cNvPr id="9" name="">
            <a:extLst xmlns:a="http://schemas.openxmlformats.org/drawingml/2006/main">
              <a:ext uri="{FF2B5EF4-FFF2-40B4-BE49-F238E27FC236}">
                <a16:creationId xmlns:a16="http://schemas.microsoft.com/office/drawing/2014/main" id="{3192AAE9-323E-4CE4-B1B1-EB1282CBECE9}"/>
              </a:ext>
            </a:extLst>
          </p:cNvPr>
          <p:cNvSpPr>
            <a:spLocks xmlns:a="http://schemas.openxmlformats.org/drawingml/2006/main" noGrp="1"/>
          </p:cNvSpPr>
          <p:nvPr/>
        </p:nvSpPr>
        <p:spPr>
          <a:xfrm xmlns:a="http://schemas.openxmlformats.org/drawingml/2006/main">
            <a:off x="0" y="6810375"/>
            <a:ext cx="93345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Tree>
    <p:extLst>
      <p:ext uri="{BB962C8B-B14F-4D97-AF65-F5344CB8AC3E}">
        <p14:creationId xmlns:p14="http://schemas.microsoft.com/office/powerpoint/2010/main" val="888573123"/>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1EB5DDA-3316-4A25-B947-3D87F1475A5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8785EF5-C901-4718-A328-A3B55C03CFA5}"/>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VÌ SAO CẦN KIỂM THỬ</a:t>
            </a:r>
          </a:p>
        </p:txBody>
      </p:sp>
      <p:sp>
        <p:nvSpPr>
          <p:cNvPr id="3" name="">
            <a:extLst xmlns:a="http://schemas.openxmlformats.org/drawingml/2006/main">
              <a:ext uri="{FF2B5EF4-FFF2-40B4-BE49-F238E27FC236}">
                <a16:creationId xmlns:a16="http://schemas.microsoft.com/office/drawing/2014/main" id="{3D19D395-478B-4959-A44A-DF214DA76E39}"/>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Lỗi dữ liệu vẫn có thể tồn tại khi giao diện báo thành công</a:t>
            </a:r>
          </a:p>
        </p:txBody>
      </p:sp>
      <p:sp>
        <p:nvSpPr>
          <p:cNvPr id="4" name="">
            <a:extLst xmlns:a="http://schemas.openxmlformats.org/drawingml/2006/main">
              <a:ext uri="{FF2B5EF4-FFF2-40B4-BE49-F238E27FC236}">
                <a16:creationId xmlns:a16="http://schemas.microsoft.com/office/drawing/2014/main" id="{70854922-C587-4776-A6B7-9537CA669FF0}"/>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Vấn đề</a:t>
            </a:r>
          </a:p>
        </p:txBody>
      </p:sp>
      <p:sp>
        <p:nvSpPr>
          <p:cNvPr id="5" name="">
            <a:extLst xmlns:a="http://schemas.openxmlformats.org/drawingml/2006/main">
              <a:ext uri="{FF2B5EF4-FFF2-40B4-BE49-F238E27FC236}">
                <a16:creationId xmlns:a16="http://schemas.microsoft.com/office/drawing/2014/main" id="{3D0A1872-098C-43BD-83B7-73466311FC3A}"/>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2 / 16</a:t>
            </a:r>
          </a:p>
        </p:txBody>
      </p:sp>
      <p:sp>
        <p:nvSpPr>
          <p:cNvPr id="6" name="">
            <a:extLst xmlns:a="http://schemas.openxmlformats.org/drawingml/2006/main">
              <a:ext uri="{FF2B5EF4-FFF2-40B4-BE49-F238E27FC236}">
                <a16:creationId xmlns:a16="http://schemas.microsoft.com/office/drawing/2014/main" id="{7EC38970-3552-4389-ADCE-B9499225B3E5}"/>
              </a:ext>
            </a:extLst>
          </p:cNvPr>
          <p:cNvSpPr>
            <a:spLocks xmlns:a="http://schemas.openxmlformats.org/drawingml/2006/main" noGrp="1"/>
          </p:cNvSpPr>
          <p:nvPr/>
        </p:nvSpPr>
        <p:spPr>
          <a:xfrm xmlns:a="http://schemas.openxmlformats.org/drawingml/2006/main">
            <a:off x="0" y="6810375"/>
            <a:ext cx="1876425"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084C908-EB1B-42AB-923A-13EE8C76ABA8}"/>
              </a:ext>
            </a:extLst>
          </p:cNvPr>
          <p:cNvSpPr>
            <a:spLocks xmlns:a="http://schemas.openxmlformats.org/drawingml/2006/main" noGrp="1"/>
          </p:cNvSpPr>
          <p:nvPr/>
        </p:nvSpPr>
        <p:spPr>
          <a:xfrm xmlns:a="http://schemas.openxmlformats.org/drawingml/2006/main">
            <a:off x="685800" y="1952625"/>
            <a:ext cx="3333750" cy="204787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8" name="">
            <a:extLst xmlns:a="http://schemas.openxmlformats.org/drawingml/2006/main">
              <a:ext uri="{FF2B5EF4-FFF2-40B4-BE49-F238E27FC236}">
                <a16:creationId xmlns:a16="http://schemas.microsoft.com/office/drawing/2014/main" id="{E01C15B9-C6B2-4CEF-9711-57B82AAB2291}"/>
              </a:ext>
            </a:extLst>
          </p:cNvPr>
          <p:cNvSpPr>
            <a:spLocks xmlns:a="http://schemas.openxmlformats.org/drawingml/2006/main" noGrp="1"/>
          </p:cNvSpPr>
          <p:nvPr/>
        </p:nvSpPr>
        <p:spPr>
          <a:xfrm xmlns:a="http://schemas.openxmlformats.org/drawingml/2006/main">
            <a:off x="685800" y="1952625"/>
            <a:ext cx="3333750" cy="47625"/>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DC7B173-1A7C-4CE8-8AC5-0FEE3A0193C4}"/>
              </a:ext>
            </a:extLst>
          </p:cNvPr>
          <p:cNvSpPr>
            <a:spLocks xmlns:a="http://schemas.openxmlformats.org/drawingml/2006/main" noGrp="1"/>
          </p:cNvSpPr>
          <p:nvPr/>
        </p:nvSpPr>
        <p:spPr>
          <a:xfrm xmlns:a="http://schemas.openxmlformats.org/drawingml/2006/main">
            <a:off x="857250" y="214312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563EB"/>
                </a:solidFill>
              </a:defRPr>
            </a:pPr>
            <a:r>
              <a:rPr sz="1875" b="1">
                <a:solidFill>
                  <a:srgbClr val="2563EB"/>
                </a:solidFill>
              </a:rPr>
              <a:t>UI - Kết quả nhìn thấy</a:t>
            </a:r>
          </a:p>
        </p:txBody>
      </p:sp>
      <p:sp>
        <p:nvSpPr>
          <p:cNvPr id="10" name="">
            <a:extLst xmlns:a="http://schemas.openxmlformats.org/drawingml/2006/main">
              <a:ext uri="{FF2B5EF4-FFF2-40B4-BE49-F238E27FC236}">
                <a16:creationId xmlns:a16="http://schemas.microsoft.com/office/drawing/2014/main" id="{6C215BEC-8033-4CAD-9BE4-5F0BD41753A0}"/>
              </a:ext>
            </a:extLst>
          </p:cNvPr>
          <p:cNvSpPr>
            <a:spLocks xmlns:a="http://schemas.openxmlformats.org/drawingml/2006/main" noGrp="1"/>
          </p:cNvSpPr>
          <p:nvPr/>
        </p:nvSpPr>
        <p:spPr>
          <a:xfrm xmlns:a="http://schemas.openxmlformats.org/drawingml/2006/main">
            <a:off x="857250" y="2562225"/>
            <a:ext cx="2990850" cy="1323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Màn hình báo thành công nhưng không chứng minh mọi dữ liệu được lưu đều chính xác.</a:t>
            </a:r>
          </a:p>
        </p:txBody>
      </p:sp>
      <p:sp>
        <p:nvSpPr>
          <p:cNvPr id="11" name="">
            <a:extLst xmlns:a="http://schemas.openxmlformats.org/drawingml/2006/main">
              <a:ext uri="{FF2B5EF4-FFF2-40B4-BE49-F238E27FC236}">
                <a16:creationId xmlns:a16="http://schemas.microsoft.com/office/drawing/2014/main" id="{434010A3-CC20-41F7-BAA3-6C39AF9284C1}"/>
              </a:ext>
            </a:extLst>
          </p:cNvPr>
          <p:cNvSpPr>
            <a:spLocks xmlns:a="http://schemas.openxmlformats.org/drawingml/2006/main" noGrp="1"/>
          </p:cNvSpPr>
          <p:nvPr/>
        </p:nvSpPr>
        <p:spPr>
          <a:xfrm xmlns:a="http://schemas.openxmlformats.org/drawingml/2006/main">
            <a:off x="4429125" y="1952625"/>
            <a:ext cx="3333750" cy="204787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2" name="">
            <a:extLst xmlns:a="http://schemas.openxmlformats.org/drawingml/2006/main">
              <a:ext uri="{FF2B5EF4-FFF2-40B4-BE49-F238E27FC236}">
                <a16:creationId xmlns:a16="http://schemas.microsoft.com/office/drawing/2014/main" id="{6409B6EF-1627-4DF2-9142-67CFE12490E3}"/>
              </a:ext>
            </a:extLst>
          </p:cNvPr>
          <p:cNvSpPr>
            <a:spLocks xmlns:a="http://schemas.openxmlformats.org/drawingml/2006/main" noGrp="1"/>
          </p:cNvSpPr>
          <p:nvPr/>
        </p:nvSpPr>
        <p:spPr>
          <a:xfrm xmlns:a="http://schemas.openxmlformats.org/drawingml/2006/main">
            <a:off x="4429125" y="1952625"/>
            <a:ext cx="333375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7A68DD2-B7E2-45E5-BA37-AF0E04334501}"/>
              </a:ext>
            </a:extLst>
          </p:cNvPr>
          <p:cNvSpPr>
            <a:spLocks xmlns:a="http://schemas.openxmlformats.org/drawingml/2006/main" noGrp="1"/>
          </p:cNvSpPr>
          <p:nvPr/>
        </p:nvSpPr>
        <p:spPr>
          <a:xfrm xmlns:a="http://schemas.openxmlformats.org/drawingml/2006/main">
            <a:off x="4600575" y="214312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563EB"/>
                </a:solidFill>
              </a:defRPr>
            </a:pPr>
            <a:r>
              <a:rPr sz="1875" b="1">
                <a:solidFill>
                  <a:srgbClr val="2563EB"/>
                </a:solidFill>
              </a:rPr>
              <a:t>DB - Sự thật đã lưu</a:t>
            </a:r>
          </a:p>
        </p:txBody>
      </p:sp>
      <p:sp>
        <p:nvSpPr>
          <p:cNvPr id="14" name="">
            <a:extLst xmlns:a="http://schemas.openxmlformats.org/drawingml/2006/main">
              <a:ext uri="{FF2B5EF4-FFF2-40B4-BE49-F238E27FC236}">
                <a16:creationId xmlns:a16="http://schemas.microsoft.com/office/drawing/2014/main" id="{A8E1E0BF-0B22-420F-9BD1-B8BA9B0385B9}"/>
              </a:ext>
            </a:extLst>
          </p:cNvPr>
          <p:cNvSpPr>
            <a:spLocks xmlns:a="http://schemas.openxmlformats.org/drawingml/2006/main" noGrp="1"/>
          </p:cNvSpPr>
          <p:nvPr/>
        </p:nvSpPr>
        <p:spPr>
          <a:xfrm xmlns:a="http://schemas.openxmlformats.org/drawingml/2006/main">
            <a:off x="4600575" y="2562225"/>
            <a:ext cx="2990850" cy="1323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Hàng, document, quan hệ, tổng tiền và trạng thái cho biết kết quả thực tế.</a:t>
            </a:r>
          </a:p>
        </p:txBody>
      </p:sp>
      <p:sp>
        <p:nvSpPr>
          <p:cNvPr id="15" name="">
            <a:extLst xmlns:a="http://schemas.openxmlformats.org/drawingml/2006/main">
              <a:ext uri="{FF2B5EF4-FFF2-40B4-BE49-F238E27FC236}">
                <a16:creationId xmlns:a16="http://schemas.microsoft.com/office/drawing/2014/main" id="{C4299C14-50CB-46A6-9407-03522620A151}"/>
              </a:ext>
            </a:extLst>
          </p:cNvPr>
          <p:cNvSpPr>
            <a:spLocks xmlns:a="http://schemas.openxmlformats.org/drawingml/2006/main" noGrp="1"/>
          </p:cNvSpPr>
          <p:nvPr/>
        </p:nvSpPr>
        <p:spPr>
          <a:xfrm xmlns:a="http://schemas.openxmlformats.org/drawingml/2006/main">
            <a:off x="8172450" y="1952625"/>
            <a:ext cx="3333750" cy="204787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6" name="">
            <a:extLst xmlns:a="http://schemas.openxmlformats.org/drawingml/2006/main">
              <a:ext uri="{FF2B5EF4-FFF2-40B4-BE49-F238E27FC236}">
                <a16:creationId xmlns:a16="http://schemas.microsoft.com/office/drawing/2014/main" id="{802039AC-ABC1-4F58-87FF-B75E6B975D9F}"/>
              </a:ext>
            </a:extLst>
          </p:cNvPr>
          <p:cNvSpPr>
            <a:spLocks xmlns:a="http://schemas.openxmlformats.org/drawingml/2006/main" noGrp="1"/>
          </p:cNvSpPr>
          <p:nvPr/>
        </p:nvSpPr>
        <p:spPr>
          <a:xfrm xmlns:a="http://schemas.openxmlformats.org/drawingml/2006/main">
            <a:off x="8172450" y="1952625"/>
            <a:ext cx="3333750" cy="47625"/>
          </a:xfrm>
          <a:prstGeom xmlns:a="http://schemas.openxmlformats.org/drawingml/2006/main" prst="rect">
            <a:avLst/>
          </a:prstGeom>
          <a:solidFill xmlns:a="http://schemas.openxmlformats.org/drawingml/2006/main">
            <a:srgbClr val="E9B94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BEB5DAD-24EA-4DCE-8F1B-654C1CC0F62D}"/>
              </a:ext>
            </a:extLst>
          </p:cNvPr>
          <p:cNvSpPr>
            <a:spLocks xmlns:a="http://schemas.openxmlformats.org/drawingml/2006/main" noGrp="1"/>
          </p:cNvSpPr>
          <p:nvPr/>
        </p:nvSpPr>
        <p:spPr>
          <a:xfrm xmlns:a="http://schemas.openxmlformats.org/drawingml/2006/main">
            <a:off x="8343900" y="214312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563EB"/>
                </a:solidFill>
              </a:defRPr>
            </a:pPr>
            <a:r>
              <a:rPr sz="1875" b="1">
                <a:solidFill>
                  <a:srgbClr val="2563EB"/>
                </a:solidFill>
              </a:rPr>
              <a:t>Test - Khả năng lặp lại</a:t>
            </a:r>
          </a:p>
        </p:txBody>
      </p:sp>
      <p:sp>
        <p:nvSpPr>
          <p:cNvPr id="18" name="">
            <a:extLst xmlns:a="http://schemas.openxmlformats.org/drawingml/2006/main">
              <a:ext uri="{FF2B5EF4-FFF2-40B4-BE49-F238E27FC236}">
                <a16:creationId xmlns:a16="http://schemas.microsoft.com/office/drawing/2014/main" id="{27DCC4F7-35DB-4442-8E81-D17B84183183}"/>
              </a:ext>
            </a:extLst>
          </p:cNvPr>
          <p:cNvSpPr>
            <a:spLocks xmlns:a="http://schemas.openxmlformats.org/drawingml/2006/main" noGrp="1"/>
          </p:cNvSpPr>
          <p:nvPr/>
        </p:nvSpPr>
        <p:spPr>
          <a:xfrm xmlns:a="http://schemas.openxmlformats.org/drawingml/2006/main">
            <a:off x="8343900" y="2562225"/>
            <a:ext cx="2990850" cy="1323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Trạng thái khởi đầu được kiểm soát giúp tái hiện lỗi và debug dễ hơn.</a:t>
            </a:r>
          </a:p>
        </p:txBody>
      </p:sp>
      <p:sp>
        <p:nvSpPr>
          <p:cNvPr id="19" name="">
            <a:extLst xmlns:a="http://schemas.openxmlformats.org/drawingml/2006/main">
              <a:ext uri="{FF2B5EF4-FFF2-40B4-BE49-F238E27FC236}">
                <a16:creationId xmlns:a16="http://schemas.microsoft.com/office/drawing/2014/main" id="{E02C2106-8FED-4359-B625-06D93606345A}"/>
              </a:ext>
            </a:extLst>
          </p:cNvPr>
          <p:cNvSpPr>
            <a:spLocks xmlns:a="http://schemas.openxmlformats.org/drawingml/2006/main" noGrp="1"/>
          </p:cNvSpPr>
          <p:nvPr/>
        </p:nvSpPr>
        <p:spPr>
          <a:xfrm xmlns:a="http://schemas.openxmlformats.org/drawingml/2006/main">
            <a:off x="685800" y="4524375"/>
            <a:ext cx="57150" cy="914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406D13B-A3AF-45CB-A10E-5BE3229EC199}"/>
              </a:ext>
            </a:extLst>
          </p:cNvPr>
          <p:cNvSpPr>
            <a:spLocks xmlns:a="http://schemas.openxmlformats.org/drawingml/2006/main" noGrp="1"/>
          </p:cNvSpPr>
          <p:nvPr/>
        </p:nvSpPr>
        <p:spPr>
          <a:xfrm xmlns:a="http://schemas.openxmlformats.org/drawingml/2006/main">
            <a:off x="952500" y="4629150"/>
            <a:ext cx="9906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325" b="0">
                <a:solidFill>
                  <a:srgbClr val="123B67"/>
                </a:solidFill>
              </a:defRPr>
            </a:pPr>
            <a:r>
              <a:rPr sz="2325" b="0">
                <a:solidFill>
                  <a:srgbClr val="123B67"/>
                </a:solidFill>
              </a:rPr>
              <a:t>Giao diện chạy thành công chỉ là bằng chứng. Assertion trên cơ sở dữ liệu mới là xác minh.</a:t>
            </a:r>
          </a:p>
        </p:txBody>
      </p:sp>
    </p:spTree>
    <p:extLst>
      <p:ext uri="{BB962C8B-B14F-4D97-AF65-F5344CB8AC3E}">
        <p14:creationId xmlns:p14="http://schemas.microsoft.com/office/powerpoint/2010/main" val="1115018666"/>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F89837D8-FD69-403F-B1AB-44EDF1CDFA1B}"/>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B6D62C8-325A-485E-A7B5-3C4A5273E581}"/>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VÒNG ĐỜI CHUNG</a:t>
            </a:r>
          </a:p>
        </p:txBody>
      </p:sp>
      <p:sp>
        <p:nvSpPr>
          <p:cNvPr id="3" name="">
            <a:extLst xmlns:a="http://schemas.openxmlformats.org/drawingml/2006/main">
              <a:ext uri="{FF2B5EF4-FFF2-40B4-BE49-F238E27FC236}">
                <a16:creationId xmlns:a16="http://schemas.microsoft.com/office/drawing/2014/main" id="{59D2D97F-2634-4AD7-B6B6-F9208B204314}"/>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Cùng vòng đời kiểm thử, khác mô hình lỗi</a:t>
            </a:r>
          </a:p>
        </p:txBody>
      </p:sp>
      <p:sp>
        <p:nvSpPr>
          <p:cNvPr id="4" name="">
            <a:extLst xmlns:a="http://schemas.openxmlformats.org/drawingml/2006/main">
              <a:ext uri="{FF2B5EF4-FFF2-40B4-BE49-F238E27FC236}">
                <a16:creationId xmlns:a16="http://schemas.microsoft.com/office/drawing/2014/main" id="{DE161C61-9EF2-4361-B4D6-2FB00EB966A7}"/>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Quan hệ và NoSQL</a:t>
            </a:r>
          </a:p>
        </p:txBody>
      </p:sp>
      <p:sp>
        <p:nvSpPr>
          <p:cNvPr id="5" name="">
            <a:extLst xmlns:a="http://schemas.openxmlformats.org/drawingml/2006/main">
              <a:ext uri="{FF2B5EF4-FFF2-40B4-BE49-F238E27FC236}">
                <a16:creationId xmlns:a16="http://schemas.microsoft.com/office/drawing/2014/main" id="{7BABC8F6-224C-44A1-B196-5C8F8EC39E93}"/>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3 / 16</a:t>
            </a:r>
          </a:p>
        </p:txBody>
      </p:sp>
      <p:sp>
        <p:nvSpPr>
          <p:cNvPr id="6" name="">
            <a:extLst xmlns:a="http://schemas.openxmlformats.org/drawingml/2006/main">
              <a:ext uri="{FF2B5EF4-FFF2-40B4-BE49-F238E27FC236}">
                <a16:creationId xmlns:a16="http://schemas.microsoft.com/office/drawing/2014/main" id="{F162275A-7189-43B5-B86B-1D08AE0E3692}"/>
              </a:ext>
            </a:extLst>
          </p:cNvPr>
          <p:cNvSpPr>
            <a:spLocks xmlns:a="http://schemas.openxmlformats.org/drawingml/2006/main" noGrp="1"/>
          </p:cNvSpPr>
          <p:nvPr/>
        </p:nvSpPr>
        <p:spPr>
          <a:xfrm xmlns:a="http://schemas.openxmlformats.org/drawingml/2006/main">
            <a:off x="0" y="6810375"/>
            <a:ext cx="2809875"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A077EC-CB68-4283-92A0-CFFDD017B022}"/>
              </a:ext>
            </a:extLst>
          </p:cNvPr>
          <p:cNvSpPr>
            <a:spLocks xmlns:a="http://schemas.openxmlformats.org/drawingml/2006/main" noGrp="1"/>
          </p:cNvSpPr>
          <p:nvPr/>
        </p:nvSpPr>
        <p:spPr>
          <a:xfrm xmlns:a="http://schemas.openxmlformats.org/drawingml/2006/main">
            <a:off x="685800" y="1857375"/>
            <a:ext cx="2476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8" name="">
            <a:extLst xmlns:a="http://schemas.openxmlformats.org/drawingml/2006/main">
              <a:ext uri="{FF2B5EF4-FFF2-40B4-BE49-F238E27FC236}">
                <a16:creationId xmlns:a16="http://schemas.microsoft.com/office/drawing/2014/main" id="{20BA4357-1250-48F9-8A84-329F389DD331}"/>
              </a:ext>
            </a:extLst>
          </p:cNvPr>
          <p:cNvSpPr>
            <a:spLocks xmlns:a="http://schemas.openxmlformats.org/drawingml/2006/main" noGrp="1"/>
          </p:cNvSpPr>
          <p:nvPr/>
        </p:nvSpPr>
        <p:spPr>
          <a:xfrm xmlns:a="http://schemas.openxmlformats.org/drawingml/2006/main">
            <a:off x="685800" y="2847975"/>
            <a:ext cx="247650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B78F632-5E09-4941-95C6-043FC928C183}"/>
              </a:ext>
            </a:extLst>
          </p:cNvPr>
          <p:cNvSpPr>
            <a:spLocks xmlns:a="http://schemas.openxmlformats.org/drawingml/2006/main" noGrp="1"/>
          </p:cNvSpPr>
          <p:nvPr/>
        </p:nvSpPr>
        <p:spPr>
          <a:xfrm xmlns:a="http://schemas.openxmlformats.org/drawingml/2006/main">
            <a:off x="857250" y="20383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Chuẩn bị</a:t>
            </a:r>
          </a:p>
        </p:txBody>
      </p:sp>
      <p:sp>
        <p:nvSpPr>
          <p:cNvPr id="10" name="">
            <a:extLst xmlns:a="http://schemas.openxmlformats.org/drawingml/2006/main">
              <a:ext uri="{FF2B5EF4-FFF2-40B4-BE49-F238E27FC236}">
                <a16:creationId xmlns:a16="http://schemas.microsoft.com/office/drawing/2014/main" id="{394B928E-85CB-44D7-BB1C-94ECDAC60533}"/>
              </a:ext>
            </a:extLst>
          </p:cNvPr>
          <p:cNvSpPr>
            <a:spLocks xmlns:a="http://schemas.openxmlformats.org/drawingml/2006/main" noGrp="1"/>
          </p:cNvSpPr>
          <p:nvPr/>
        </p:nvSpPr>
        <p:spPr>
          <a:xfrm xmlns:a="http://schemas.openxmlformats.org/drawingml/2006/main">
            <a:off x="857250" y="2400300"/>
            <a:ext cx="213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Tạo dữ liệu biết trước và cô lập</a:t>
            </a:r>
          </a:p>
        </p:txBody>
      </p:sp>
      <p:sp>
        <p:nvSpPr>
          <p:cNvPr id="11" name="">
            <a:extLst xmlns:a="http://schemas.openxmlformats.org/drawingml/2006/main">
              <a:ext uri="{FF2B5EF4-FFF2-40B4-BE49-F238E27FC236}">
                <a16:creationId xmlns:a16="http://schemas.microsoft.com/office/drawing/2014/main" id="{117F45CB-DD7D-4C98-99E9-B30FC39CABBD}"/>
              </a:ext>
            </a:extLst>
          </p:cNvPr>
          <p:cNvSpPr>
            <a:spLocks xmlns:a="http://schemas.openxmlformats.org/drawingml/2006/main" noGrp="1"/>
          </p:cNvSpPr>
          <p:nvPr/>
        </p:nvSpPr>
        <p:spPr>
          <a:xfrm xmlns:a="http://schemas.openxmlformats.org/drawingml/2006/main">
            <a:off x="3390900" y="1857375"/>
            <a:ext cx="2476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2" name="">
            <a:extLst xmlns:a="http://schemas.openxmlformats.org/drawingml/2006/main">
              <a:ext uri="{FF2B5EF4-FFF2-40B4-BE49-F238E27FC236}">
                <a16:creationId xmlns:a16="http://schemas.microsoft.com/office/drawing/2014/main" id="{C61D1B10-BF9F-4E61-B28C-18135B84A4A9}"/>
              </a:ext>
            </a:extLst>
          </p:cNvPr>
          <p:cNvSpPr>
            <a:spLocks xmlns:a="http://schemas.openxmlformats.org/drawingml/2006/main" noGrp="1"/>
          </p:cNvSpPr>
          <p:nvPr/>
        </p:nvSpPr>
        <p:spPr>
          <a:xfrm xmlns:a="http://schemas.openxmlformats.org/drawingml/2006/main">
            <a:off x="3390900" y="2847975"/>
            <a:ext cx="247650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A2DC014-3E27-4A92-9504-DCB9C0EFFA9D}"/>
              </a:ext>
            </a:extLst>
          </p:cNvPr>
          <p:cNvSpPr>
            <a:spLocks xmlns:a="http://schemas.openxmlformats.org/drawingml/2006/main" noGrp="1"/>
          </p:cNvSpPr>
          <p:nvPr/>
        </p:nvSpPr>
        <p:spPr>
          <a:xfrm xmlns:a="http://schemas.openxmlformats.org/drawingml/2006/main">
            <a:off x="3562350" y="20383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Thực thi</a:t>
            </a:r>
          </a:p>
        </p:txBody>
      </p:sp>
      <p:sp>
        <p:nvSpPr>
          <p:cNvPr id="14" name="">
            <a:extLst xmlns:a="http://schemas.openxmlformats.org/drawingml/2006/main">
              <a:ext uri="{FF2B5EF4-FFF2-40B4-BE49-F238E27FC236}">
                <a16:creationId xmlns:a16="http://schemas.microsoft.com/office/drawing/2014/main" id="{E97E9208-BC7C-4ABF-92E0-79AB13881175}"/>
              </a:ext>
            </a:extLst>
          </p:cNvPr>
          <p:cNvSpPr>
            <a:spLocks xmlns:a="http://schemas.openxmlformats.org/drawingml/2006/main" noGrp="1"/>
          </p:cNvSpPr>
          <p:nvPr/>
        </p:nvSpPr>
        <p:spPr>
          <a:xfrm xmlns:a="http://schemas.openxmlformats.org/drawingml/2006/main">
            <a:off x="3562350" y="2400300"/>
            <a:ext cx="213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Chạy API, service hoặc truy vấn</a:t>
            </a:r>
          </a:p>
        </p:txBody>
      </p:sp>
      <p:sp>
        <p:nvSpPr>
          <p:cNvPr id="15" name="">
            <a:extLst xmlns:a="http://schemas.openxmlformats.org/drawingml/2006/main">
              <a:ext uri="{FF2B5EF4-FFF2-40B4-BE49-F238E27FC236}">
                <a16:creationId xmlns:a16="http://schemas.microsoft.com/office/drawing/2014/main" id="{FD298AE5-2C47-4641-BFAD-D3D6C28B420F}"/>
              </a:ext>
            </a:extLst>
          </p:cNvPr>
          <p:cNvSpPr>
            <a:spLocks xmlns:a="http://schemas.openxmlformats.org/drawingml/2006/main" noGrp="1"/>
          </p:cNvSpPr>
          <p:nvPr/>
        </p:nvSpPr>
        <p:spPr>
          <a:xfrm xmlns:a="http://schemas.openxmlformats.org/drawingml/2006/main">
            <a:off x="6096000" y="1857375"/>
            <a:ext cx="2476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6" name="">
            <a:extLst xmlns:a="http://schemas.openxmlformats.org/drawingml/2006/main">
              <a:ext uri="{FF2B5EF4-FFF2-40B4-BE49-F238E27FC236}">
                <a16:creationId xmlns:a16="http://schemas.microsoft.com/office/drawing/2014/main" id="{729FE411-AA8E-45FC-9801-4AC943DD0D32}"/>
              </a:ext>
            </a:extLst>
          </p:cNvPr>
          <p:cNvSpPr>
            <a:spLocks xmlns:a="http://schemas.openxmlformats.org/drawingml/2006/main" noGrp="1"/>
          </p:cNvSpPr>
          <p:nvPr/>
        </p:nvSpPr>
        <p:spPr>
          <a:xfrm xmlns:a="http://schemas.openxmlformats.org/drawingml/2006/main">
            <a:off x="6096000" y="2847975"/>
            <a:ext cx="247650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0A86EFC-FF96-4B51-A3E3-EA4D556D4E11}"/>
              </a:ext>
            </a:extLst>
          </p:cNvPr>
          <p:cNvSpPr>
            <a:spLocks xmlns:a="http://schemas.openxmlformats.org/drawingml/2006/main" noGrp="1"/>
          </p:cNvSpPr>
          <p:nvPr/>
        </p:nvSpPr>
        <p:spPr>
          <a:xfrm xmlns:a="http://schemas.openxmlformats.org/drawingml/2006/main">
            <a:off x="6267450" y="20383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Xác minh</a:t>
            </a:r>
          </a:p>
        </p:txBody>
      </p:sp>
      <p:sp>
        <p:nvSpPr>
          <p:cNvPr id="18" name="">
            <a:extLst xmlns:a="http://schemas.openxmlformats.org/drawingml/2006/main">
              <a:ext uri="{FF2B5EF4-FFF2-40B4-BE49-F238E27FC236}">
                <a16:creationId xmlns:a16="http://schemas.microsoft.com/office/drawing/2014/main" id="{FB908331-09D3-4582-A82F-AA3692B56CC2}"/>
              </a:ext>
            </a:extLst>
          </p:cNvPr>
          <p:cNvSpPr>
            <a:spLocks xmlns:a="http://schemas.openxmlformats.org/drawingml/2006/main" noGrp="1"/>
          </p:cNvSpPr>
          <p:nvPr/>
        </p:nvSpPr>
        <p:spPr>
          <a:xfrm xmlns:a="http://schemas.openxmlformats.org/drawingml/2006/main">
            <a:off x="6267450" y="2400300"/>
            <a:ext cx="213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Kiểm tra trạng thái đã lưu</a:t>
            </a:r>
          </a:p>
        </p:txBody>
      </p:sp>
      <p:sp>
        <p:nvSpPr>
          <p:cNvPr id="19" name="">
            <a:extLst xmlns:a="http://schemas.openxmlformats.org/drawingml/2006/main">
              <a:ext uri="{FF2B5EF4-FFF2-40B4-BE49-F238E27FC236}">
                <a16:creationId xmlns:a16="http://schemas.microsoft.com/office/drawing/2014/main" id="{87845A49-9A9F-42B0-813E-EF9466FD0352}"/>
              </a:ext>
            </a:extLst>
          </p:cNvPr>
          <p:cNvSpPr>
            <a:spLocks xmlns:a="http://schemas.openxmlformats.org/drawingml/2006/main" noGrp="1"/>
          </p:cNvSpPr>
          <p:nvPr/>
        </p:nvSpPr>
        <p:spPr>
          <a:xfrm xmlns:a="http://schemas.openxmlformats.org/drawingml/2006/main">
            <a:off x="8801100" y="1857375"/>
            <a:ext cx="2476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0" name="">
            <a:extLst xmlns:a="http://schemas.openxmlformats.org/drawingml/2006/main">
              <a:ext uri="{FF2B5EF4-FFF2-40B4-BE49-F238E27FC236}">
                <a16:creationId xmlns:a16="http://schemas.microsoft.com/office/drawing/2014/main" id="{224E3ACC-9889-4214-BE1D-78E93DB7E75A}"/>
              </a:ext>
            </a:extLst>
          </p:cNvPr>
          <p:cNvSpPr>
            <a:spLocks xmlns:a="http://schemas.openxmlformats.org/drawingml/2006/main" noGrp="1"/>
          </p:cNvSpPr>
          <p:nvPr/>
        </p:nvSpPr>
        <p:spPr>
          <a:xfrm xmlns:a="http://schemas.openxmlformats.org/drawingml/2006/main">
            <a:off x="8801100" y="2847975"/>
            <a:ext cx="247650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5ACC7EF-C4CF-48F9-9966-9B23D791FC07}"/>
              </a:ext>
            </a:extLst>
          </p:cNvPr>
          <p:cNvSpPr>
            <a:spLocks xmlns:a="http://schemas.openxmlformats.org/drawingml/2006/main" noGrp="1"/>
          </p:cNvSpPr>
          <p:nvPr/>
        </p:nvSpPr>
        <p:spPr>
          <a:xfrm xmlns:a="http://schemas.openxmlformats.org/drawingml/2006/main">
            <a:off x="8972550" y="20383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Dọn dẹp</a:t>
            </a:r>
          </a:p>
        </p:txBody>
      </p:sp>
      <p:sp>
        <p:nvSpPr>
          <p:cNvPr id="22" name="">
            <a:extLst xmlns:a="http://schemas.openxmlformats.org/drawingml/2006/main">
              <a:ext uri="{FF2B5EF4-FFF2-40B4-BE49-F238E27FC236}">
                <a16:creationId xmlns:a16="http://schemas.microsoft.com/office/drawing/2014/main" id="{67623E5C-58C6-4848-907C-3E45271FA810}"/>
              </a:ext>
            </a:extLst>
          </p:cNvPr>
          <p:cNvSpPr>
            <a:spLocks xmlns:a="http://schemas.openxmlformats.org/drawingml/2006/main" noGrp="1"/>
          </p:cNvSpPr>
          <p:nvPr/>
        </p:nvSpPr>
        <p:spPr>
          <a:xfrm xmlns:a="http://schemas.openxmlformats.org/drawingml/2006/main">
            <a:off x="8972550" y="2400300"/>
            <a:ext cx="213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Khôi phục môi trường test</a:t>
            </a:r>
          </a:p>
        </p:txBody>
      </p:sp>
      <p:sp>
        <p:nvSpPr>
          <p:cNvPr id="23" name="">
            <a:extLst xmlns:a="http://schemas.openxmlformats.org/drawingml/2006/main">
              <a:ext uri="{FF2B5EF4-FFF2-40B4-BE49-F238E27FC236}">
                <a16:creationId xmlns:a16="http://schemas.microsoft.com/office/drawing/2014/main" id="{BA864758-192C-4939-9AA2-303F3243F794}"/>
              </a:ext>
            </a:extLst>
          </p:cNvPr>
          <p:cNvSpPr>
            <a:spLocks xmlns:a="http://schemas.openxmlformats.org/drawingml/2006/main" noGrp="1"/>
          </p:cNvSpPr>
          <p:nvPr/>
        </p:nvSpPr>
        <p:spPr>
          <a:xfrm xmlns:a="http://schemas.openxmlformats.org/drawingml/2006/main">
            <a:off x="685800" y="3286125"/>
            <a:ext cx="2381250" cy="40005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24" name="">
            <a:extLst xmlns:a="http://schemas.openxmlformats.org/drawingml/2006/main">
              <a:ext uri="{FF2B5EF4-FFF2-40B4-BE49-F238E27FC236}">
                <a16:creationId xmlns:a16="http://schemas.microsoft.com/office/drawing/2014/main" id="{4A03A5AA-64C9-4703-B6D7-5363BA7C5581}"/>
              </a:ext>
            </a:extLst>
          </p:cNvPr>
          <p:cNvSpPr>
            <a:spLocks xmlns:a="http://schemas.openxmlformats.org/drawingml/2006/main" noGrp="1"/>
          </p:cNvSpPr>
          <p:nvPr/>
        </p:nvSpPr>
        <p:spPr>
          <a:xfrm xmlns:a="http://schemas.openxmlformats.org/drawingml/2006/main">
            <a:off x="781050" y="3362325"/>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Trọng tâm</a:t>
            </a:r>
          </a:p>
        </p:txBody>
      </p:sp>
      <p:sp>
        <p:nvSpPr>
          <p:cNvPr id="25" name="">
            <a:extLst xmlns:a="http://schemas.openxmlformats.org/drawingml/2006/main">
              <a:ext uri="{FF2B5EF4-FFF2-40B4-BE49-F238E27FC236}">
                <a16:creationId xmlns:a16="http://schemas.microsoft.com/office/drawing/2014/main" id="{B8BBFDDC-82BE-46AB-A583-4FC30CDBA633}"/>
              </a:ext>
            </a:extLst>
          </p:cNvPr>
          <p:cNvSpPr>
            <a:spLocks xmlns:a="http://schemas.openxmlformats.org/drawingml/2006/main" noGrp="1"/>
          </p:cNvSpPr>
          <p:nvPr/>
        </p:nvSpPr>
        <p:spPr>
          <a:xfrm xmlns:a="http://schemas.openxmlformats.org/drawingml/2006/main">
            <a:off x="3067050" y="3286125"/>
            <a:ext cx="3714750" cy="40005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26" name="">
            <a:extLst xmlns:a="http://schemas.openxmlformats.org/drawingml/2006/main">
              <a:ext uri="{FF2B5EF4-FFF2-40B4-BE49-F238E27FC236}">
                <a16:creationId xmlns:a16="http://schemas.microsoft.com/office/drawing/2014/main" id="{6B34B413-4FAF-42B3-8FF5-0FE6FE7DAFCD}"/>
              </a:ext>
            </a:extLst>
          </p:cNvPr>
          <p:cNvSpPr>
            <a:spLocks xmlns:a="http://schemas.openxmlformats.org/drawingml/2006/main" noGrp="1"/>
          </p:cNvSpPr>
          <p:nvPr/>
        </p:nvSpPr>
        <p:spPr>
          <a:xfrm xmlns:a="http://schemas.openxmlformats.org/drawingml/2006/main">
            <a:off x="3162300" y="33623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Quan hệ</a:t>
            </a:r>
          </a:p>
        </p:txBody>
      </p:sp>
      <p:sp>
        <p:nvSpPr>
          <p:cNvPr id="27" name="">
            <a:extLst xmlns:a="http://schemas.openxmlformats.org/drawingml/2006/main">
              <a:ext uri="{FF2B5EF4-FFF2-40B4-BE49-F238E27FC236}">
                <a16:creationId xmlns:a16="http://schemas.microsoft.com/office/drawing/2014/main" id="{AB021CF6-4552-4810-B7EC-4CB371C2BE7C}"/>
              </a:ext>
            </a:extLst>
          </p:cNvPr>
          <p:cNvSpPr>
            <a:spLocks xmlns:a="http://schemas.openxmlformats.org/drawingml/2006/main" noGrp="1"/>
          </p:cNvSpPr>
          <p:nvPr/>
        </p:nvSpPr>
        <p:spPr>
          <a:xfrm xmlns:a="http://schemas.openxmlformats.org/drawingml/2006/main">
            <a:off x="6781800" y="3286125"/>
            <a:ext cx="4724400" cy="40005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28" name="">
            <a:extLst xmlns:a="http://schemas.openxmlformats.org/drawingml/2006/main">
              <a:ext uri="{FF2B5EF4-FFF2-40B4-BE49-F238E27FC236}">
                <a16:creationId xmlns:a16="http://schemas.microsoft.com/office/drawing/2014/main" id="{D891A9BB-C529-4C39-B2A7-A371E97A59CB}"/>
              </a:ext>
            </a:extLst>
          </p:cNvPr>
          <p:cNvSpPr>
            <a:spLocks xmlns:a="http://schemas.openxmlformats.org/drawingml/2006/main" noGrp="1"/>
          </p:cNvSpPr>
          <p:nvPr/>
        </p:nvSpPr>
        <p:spPr>
          <a:xfrm xmlns:a="http://schemas.openxmlformats.org/drawingml/2006/main">
            <a:off x="6877050" y="3362325"/>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NoSQL</a:t>
            </a:r>
          </a:p>
        </p:txBody>
      </p:sp>
      <p:sp>
        <p:nvSpPr>
          <p:cNvPr id="29" name="">
            <a:extLst xmlns:a="http://schemas.openxmlformats.org/drawingml/2006/main">
              <a:ext uri="{FF2B5EF4-FFF2-40B4-BE49-F238E27FC236}">
                <a16:creationId xmlns:a16="http://schemas.microsoft.com/office/drawing/2014/main" id="{9EC15062-74B0-470F-85AA-3DE1E1F41AC1}"/>
              </a:ext>
            </a:extLst>
          </p:cNvPr>
          <p:cNvSpPr>
            <a:spLocks xmlns:a="http://schemas.openxmlformats.org/drawingml/2006/main" noGrp="1"/>
          </p:cNvSpPr>
          <p:nvPr/>
        </p:nvSpPr>
        <p:spPr>
          <a:xfrm xmlns:a="http://schemas.openxmlformats.org/drawingml/2006/main">
            <a:off x="685800" y="3686175"/>
            <a:ext cx="23812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0" name="">
            <a:extLst xmlns:a="http://schemas.openxmlformats.org/drawingml/2006/main">
              <a:ext uri="{FF2B5EF4-FFF2-40B4-BE49-F238E27FC236}">
                <a16:creationId xmlns:a16="http://schemas.microsoft.com/office/drawing/2014/main" id="{27E24BD1-7CE1-4FD5-A4F8-D65674ED6161}"/>
              </a:ext>
            </a:extLst>
          </p:cNvPr>
          <p:cNvSpPr>
            <a:spLocks xmlns:a="http://schemas.openxmlformats.org/drawingml/2006/main" noGrp="1"/>
          </p:cNvSpPr>
          <p:nvPr/>
        </p:nvSpPr>
        <p:spPr>
          <a:xfrm xmlns:a="http://schemas.openxmlformats.org/drawingml/2006/main">
            <a:off x="781050" y="37623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Cấu trúc</a:t>
            </a:r>
          </a:p>
        </p:txBody>
      </p:sp>
      <p:sp>
        <p:nvSpPr>
          <p:cNvPr id="31" name="">
            <a:extLst xmlns:a="http://schemas.openxmlformats.org/drawingml/2006/main">
              <a:ext uri="{FF2B5EF4-FFF2-40B4-BE49-F238E27FC236}">
                <a16:creationId xmlns:a16="http://schemas.microsoft.com/office/drawing/2014/main" id="{F00CC499-37D8-47FE-8D9E-C4002800B203}"/>
              </a:ext>
            </a:extLst>
          </p:cNvPr>
          <p:cNvSpPr>
            <a:spLocks xmlns:a="http://schemas.openxmlformats.org/drawingml/2006/main" noGrp="1"/>
          </p:cNvSpPr>
          <p:nvPr/>
        </p:nvSpPr>
        <p:spPr>
          <a:xfrm xmlns:a="http://schemas.openxmlformats.org/drawingml/2006/main">
            <a:off x="3067050" y="3686175"/>
            <a:ext cx="37147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2" name="">
            <a:extLst xmlns:a="http://schemas.openxmlformats.org/drawingml/2006/main">
              <a:ext uri="{FF2B5EF4-FFF2-40B4-BE49-F238E27FC236}">
                <a16:creationId xmlns:a16="http://schemas.microsoft.com/office/drawing/2014/main" id="{747A5796-B5D3-458C-87D0-5EB70A03CFCB}"/>
              </a:ext>
            </a:extLst>
          </p:cNvPr>
          <p:cNvSpPr>
            <a:spLocks xmlns:a="http://schemas.openxmlformats.org/drawingml/2006/main" noGrp="1"/>
          </p:cNvSpPr>
          <p:nvPr/>
        </p:nvSpPr>
        <p:spPr>
          <a:xfrm xmlns:a="http://schemas.openxmlformats.org/drawingml/2006/main">
            <a:off x="3162300" y="3762375"/>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Bảng, hàng, cột</a:t>
            </a:r>
          </a:p>
        </p:txBody>
      </p:sp>
      <p:sp>
        <p:nvSpPr>
          <p:cNvPr id="33" name="">
            <a:extLst xmlns:a="http://schemas.openxmlformats.org/drawingml/2006/main">
              <a:ext uri="{FF2B5EF4-FFF2-40B4-BE49-F238E27FC236}">
                <a16:creationId xmlns:a16="http://schemas.microsoft.com/office/drawing/2014/main" id="{C9F4E2EE-7282-47E2-A9CD-A06A00F2CF67}"/>
              </a:ext>
            </a:extLst>
          </p:cNvPr>
          <p:cNvSpPr>
            <a:spLocks xmlns:a="http://schemas.openxmlformats.org/drawingml/2006/main" noGrp="1"/>
          </p:cNvSpPr>
          <p:nvPr/>
        </p:nvSpPr>
        <p:spPr>
          <a:xfrm xmlns:a="http://schemas.openxmlformats.org/drawingml/2006/main">
            <a:off x="6781800" y="3686175"/>
            <a:ext cx="47244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4" name="">
            <a:extLst xmlns:a="http://schemas.openxmlformats.org/drawingml/2006/main">
              <a:ext uri="{FF2B5EF4-FFF2-40B4-BE49-F238E27FC236}">
                <a16:creationId xmlns:a16="http://schemas.microsoft.com/office/drawing/2014/main" id="{DDB217C7-496D-490B-BAD8-94B8DBA062F9}"/>
              </a:ext>
            </a:extLst>
          </p:cNvPr>
          <p:cNvSpPr>
            <a:spLocks xmlns:a="http://schemas.openxmlformats.org/drawingml/2006/main" noGrp="1"/>
          </p:cNvSpPr>
          <p:nvPr/>
        </p:nvSpPr>
        <p:spPr>
          <a:xfrm xmlns:a="http://schemas.openxmlformats.org/drawingml/2006/main">
            <a:off x="6877050" y="3762375"/>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Document, key, graph</a:t>
            </a:r>
          </a:p>
        </p:txBody>
      </p:sp>
      <p:sp>
        <p:nvSpPr>
          <p:cNvPr id="35" name="">
            <a:extLst xmlns:a="http://schemas.openxmlformats.org/drawingml/2006/main">
              <a:ext uri="{FF2B5EF4-FFF2-40B4-BE49-F238E27FC236}">
                <a16:creationId xmlns:a16="http://schemas.microsoft.com/office/drawing/2014/main" id="{3A5062C5-A604-4FF0-A1AA-096561B47FCC}"/>
              </a:ext>
            </a:extLst>
          </p:cNvPr>
          <p:cNvSpPr>
            <a:spLocks xmlns:a="http://schemas.openxmlformats.org/drawingml/2006/main" noGrp="1"/>
          </p:cNvSpPr>
          <p:nvPr/>
        </p:nvSpPr>
        <p:spPr>
          <a:xfrm xmlns:a="http://schemas.openxmlformats.org/drawingml/2006/main">
            <a:off x="685800" y="4181475"/>
            <a:ext cx="23812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6" name="">
            <a:extLst xmlns:a="http://schemas.openxmlformats.org/drawingml/2006/main">
              <a:ext uri="{FF2B5EF4-FFF2-40B4-BE49-F238E27FC236}">
                <a16:creationId xmlns:a16="http://schemas.microsoft.com/office/drawing/2014/main" id="{D92108D4-A372-4306-8E9D-8AFA3EC18A48}"/>
              </a:ext>
            </a:extLst>
          </p:cNvPr>
          <p:cNvSpPr>
            <a:spLocks xmlns:a="http://schemas.openxmlformats.org/drawingml/2006/main" noGrp="1"/>
          </p:cNvSpPr>
          <p:nvPr/>
        </p:nvSpPr>
        <p:spPr>
          <a:xfrm xmlns:a="http://schemas.openxmlformats.org/drawingml/2006/main">
            <a:off x="781050" y="42576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Toàn vẹn</a:t>
            </a:r>
          </a:p>
        </p:txBody>
      </p:sp>
      <p:sp>
        <p:nvSpPr>
          <p:cNvPr id="37" name="">
            <a:extLst xmlns:a="http://schemas.openxmlformats.org/drawingml/2006/main">
              <a:ext uri="{FF2B5EF4-FFF2-40B4-BE49-F238E27FC236}">
                <a16:creationId xmlns:a16="http://schemas.microsoft.com/office/drawing/2014/main" id="{66D2E21D-73AF-4426-B027-7D9F730A98FC}"/>
              </a:ext>
            </a:extLst>
          </p:cNvPr>
          <p:cNvSpPr>
            <a:spLocks xmlns:a="http://schemas.openxmlformats.org/drawingml/2006/main" noGrp="1"/>
          </p:cNvSpPr>
          <p:nvPr/>
        </p:nvSpPr>
        <p:spPr>
          <a:xfrm xmlns:a="http://schemas.openxmlformats.org/drawingml/2006/main">
            <a:off x="3067050" y="4181475"/>
            <a:ext cx="37147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8" name="">
            <a:extLst xmlns:a="http://schemas.openxmlformats.org/drawingml/2006/main">
              <a:ext uri="{FF2B5EF4-FFF2-40B4-BE49-F238E27FC236}">
                <a16:creationId xmlns:a16="http://schemas.microsoft.com/office/drawing/2014/main" id="{04B3A51B-4D60-4196-B70F-95F27391C431}"/>
              </a:ext>
            </a:extLst>
          </p:cNvPr>
          <p:cNvSpPr>
            <a:spLocks xmlns:a="http://schemas.openxmlformats.org/drawingml/2006/main" noGrp="1"/>
          </p:cNvSpPr>
          <p:nvPr/>
        </p:nvSpPr>
        <p:spPr>
          <a:xfrm xmlns:a="http://schemas.openxmlformats.org/drawingml/2006/main">
            <a:off x="3162300" y="4257675"/>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PK, FK, UNIQUE, CHECK</a:t>
            </a:r>
          </a:p>
        </p:txBody>
      </p:sp>
      <p:sp>
        <p:nvSpPr>
          <p:cNvPr id="39" name="">
            <a:extLst xmlns:a="http://schemas.openxmlformats.org/drawingml/2006/main">
              <a:ext uri="{FF2B5EF4-FFF2-40B4-BE49-F238E27FC236}">
                <a16:creationId xmlns:a16="http://schemas.microsoft.com/office/drawing/2014/main" id="{1C3BAC8E-B36C-43E5-A93A-FB3E4DA565CB}"/>
              </a:ext>
            </a:extLst>
          </p:cNvPr>
          <p:cNvSpPr>
            <a:spLocks xmlns:a="http://schemas.openxmlformats.org/drawingml/2006/main" noGrp="1"/>
          </p:cNvSpPr>
          <p:nvPr/>
        </p:nvSpPr>
        <p:spPr>
          <a:xfrm xmlns:a="http://schemas.openxmlformats.org/drawingml/2006/main">
            <a:off x="6781800" y="4181475"/>
            <a:ext cx="47244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40" name="">
            <a:extLst xmlns:a="http://schemas.openxmlformats.org/drawingml/2006/main">
              <a:ext uri="{FF2B5EF4-FFF2-40B4-BE49-F238E27FC236}">
                <a16:creationId xmlns:a16="http://schemas.microsoft.com/office/drawing/2014/main" id="{E367BE4A-B118-4586-9517-36548E5551FE}"/>
              </a:ext>
            </a:extLst>
          </p:cNvPr>
          <p:cNvSpPr>
            <a:spLocks xmlns:a="http://schemas.openxmlformats.org/drawingml/2006/main" noGrp="1"/>
          </p:cNvSpPr>
          <p:nvPr/>
        </p:nvSpPr>
        <p:spPr>
          <a:xfrm xmlns:a="http://schemas.openxmlformats.org/drawingml/2006/main">
            <a:off x="6877050" y="4257675"/>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Validation và quy tắc ứng dụng</a:t>
            </a:r>
          </a:p>
        </p:txBody>
      </p:sp>
      <p:sp>
        <p:nvSpPr>
          <p:cNvPr id="41" name="">
            <a:extLst xmlns:a="http://schemas.openxmlformats.org/drawingml/2006/main">
              <a:ext uri="{FF2B5EF4-FFF2-40B4-BE49-F238E27FC236}">
                <a16:creationId xmlns:a16="http://schemas.microsoft.com/office/drawing/2014/main" id="{BA20177A-6CBA-4082-8E6B-2E356DEE4ECB}"/>
              </a:ext>
            </a:extLst>
          </p:cNvPr>
          <p:cNvSpPr>
            <a:spLocks xmlns:a="http://schemas.openxmlformats.org/drawingml/2006/main" noGrp="1"/>
          </p:cNvSpPr>
          <p:nvPr/>
        </p:nvSpPr>
        <p:spPr>
          <a:xfrm xmlns:a="http://schemas.openxmlformats.org/drawingml/2006/main">
            <a:off x="685800" y="4676775"/>
            <a:ext cx="23812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42" name="">
            <a:extLst xmlns:a="http://schemas.openxmlformats.org/drawingml/2006/main">
              <a:ext uri="{FF2B5EF4-FFF2-40B4-BE49-F238E27FC236}">
                <a16:creationId xmlns:a16="http://schemas.microsoft.com/office/drawing/2014/main" id="{60166C80-7270-4B21-8FC1-ADF63A125845}"/>
              </a:ext>
            </a:extLst>
          </p:cNvPr>
          <p:cNvSpPr>
            <a:spLocks xmlns:a="http://schemas.openxmlformats.org/drawingml/2006/main" noGrp="1"/>
          </p:cNvSpPr>
          <p:nvPr/>
        </p:nvSpPr>
        <p:spPr>
          <a:xfrm xmlns:a="http://schemas.openxmlformats.org/drawingml/2006/main">
            <a:off x="781050" y="47529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Hành vi hệ thống</a:t>
            </a:r>
          </a:p>
        </p:txBody>
      </p:sp>
      <p:sp>
        <p:nvSpPr>
          <p:cNvPr id="43" name="">
            <a:extLst xmlns:a="http://schemas.openxmlformats.org/drawingml/2006/main">
              <a:ext uri="{FF2B5EF4-FFF2-40B4-BE49-F238E27FC236}">
                <a16:creationId xmlns:a16="http://schemas.microsoft.com/office/drawing/2014/main" id="{44B021FB-F774-4D92-BB2B-BAF7DB617BEC}"/>
              </a:ext>
            </a:extLst>
          </p:cNvPr>
          <p:cNvSpPr>
            <a:spLocks xmlns:a="http://schemas.openxmlformats.org/drawingml/2006/main" noGrp="1"/>
          </p:cNvSpPr>
          <p:nvPr/>
        </p:nvSpPr>
        <p:spPr>
          <a:xfrm xmlns:a="http://schemas.openxmlformats.org/drawingml/2006/main">
            <a:off x="3067050" y="4676775"/>
            <a:ext cx="37147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44" name="">
            <a:extLst xmlns:a="http://schemas.openxmlformats.org/drawingml/2006/main">
              <a:ext uri="{FF2B5EF4-FFF2-40B4-BE49-F238E27FC236}">
                <a16:creationId xmlns:a16="http://schemas.microsoft.com/office/drawing/2014/main" id="{3A8D2D91-5A81-473B-A62B-61DC9011EC36}"/>
              </a:ext>
            </a:extLst>
          </p:cNvPr>
          <p:cNvSpPr>
            <a:spLocks xmlns:a="http://schemas.openxmlformats.org/drawingml/2006/main" noGrp="1"/>
          </p:cNvSpPr>
          <p:nvPr/>
        </p:nvSpPr>
        <p:spPr>
          <a:xfrm xmlns:a="http://schemas.openxmlformats.org/drawingml/2006/main">
            <a:off x="3162300" y="4752975"/>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JOIN và giao dịch ACID</a:t>
            </a:r>
          </a:p>
        </p:txBody>
      </p:sp>
      <p:sp>
        <p:nvSpPr>
          <p:cNvPr id="45" name="">
            <a:extLst xmlns:a="http://schemas.openxmlformats.org/drawingml/2006/main">
              <a:ext uri="{FF2B5EF4-FFF2-40B4-BE49-F238E27FC236}">
                <a16:creationId xmlns:a16="http://schemas.microsoft.com/office/drawing/2014/main" id="{0E621D01-DBDD-4734-B97E-E469899BBBA8}"/>
              </a:ext>
            </a:extLst>
          </p:cNvPr>
          <p:cNvSpPr>
            <a:spLocks xmlns:a="http://schemas.openxmlformats.org/drawingml/2006/main" noGrp="1"/>
          </p:cNvSpPr>
          <p:nvPr/>
        </p:nvSpPr>
        <p:spPr>
          <a:xfrm xmlns:a="http://schemas.openxmlformats.org/drawingml/2006/main">
            <a:off x="6781800" y="4676775"/>
            <a:ext cx="47244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46" name="">
            <a:extLst xmlns:a="http://schemas.openxmlformats.org/drawingml/2006/main">
              <a:ext uri="{FF2B5EF4-FFF2-40B4-BE49-F238E27FC236}">
                <a16:creationId xmlns:a16="http://schemas.microsoft.com/office/drawing/2014/main" id="{35C5BF81-E3AD-4A93-92BC-CD9E0944A507}"/>
              </a:ext>
            </a:extLst>
          </p:cNvPr>
          <p:cNvSpPr>
            <a:spLocks xmlns:a="http://schemas.openxmlformats.org/drawingml/2006/main" noGrp="1"/>
          </p:cNvSpPr>
          <p:nvPr/>
        </p:nvSpPr>
        <p:spPr>
          <a:xfrm xmlns:a="http://schemas.openxmlformats.org/drawingml/2006/main">
            <a:off x="6877050" y="4752975"/>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Nhất quán, phân vùng, sao chép</a:t>
            </a:r>
          </a:p>
        </p:txBody>
      </p:sp>
    </p:spTree>
    <p:extLst>
      <p:ext uri="{BB962C8B-B14F-4D97-AF65-F5344CB8AC3E}">
        <p14:creationId xmlns:p14="http://schemas.microsoft.com/office/powerpoint/2010/main" val="63393258"/>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1624463-B9CC-47F8-B0BD-6AF3047A55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C23E9E-CDCB-4DA8-A5EC-BDD57259D842}"/>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CƠ SỞ DỮ LIỆU QUAN HỆ</a:t>
            </a:r>
          </a:p>
        </p:txBody>
      </p:sp>
      <p:sp>
        <p:nvSpPr>
          <p:cNvPr id="3" name="">
            <a:extLst xmlns:a="http://schemas.openxmlformats.org/drawingml/2006/main">
              <a:ext uri="{FF2B5EF4-FFF2-40B4-BE49-F238E27FC236}">
                <a16:creationId xmlns:a16="http://schemas.microsoft.com/office/drawing/2014/main" id="{F1308485-E059-41C6-907D-EBBC7C062EC3}"/>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Kiểm thử quan hệ dựa vào các ràng buộc của cơ sở dữ liệu</a:t>
            </a:r>
          </a:p>
        </p:txBody>
      </p:sp>
      <p:sp>
        <p:nvSpPr>
          <p:cNvPr id="4" name="">
            <a:extLst xmlns:a="http://schemas.openxmlformats.org/drawingml/2006/main">
              <a:ext uri="{FF2B5EF4-FFF2-40B4-BE49-F238E27FC236}">
                <a16:creationId xmlns:a16="http://schemas.microsoft.com/office/drawing/2014/main" id="{B1C2A148-7E14-48CD-84CA-56980F5E8745}"/>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Quy tắc do cơ sở dữ liệu thực thi</a:t>
            </a:r>
          </a:p>
        </p:txBody>
      </p:sp>
      <p:sp>
        <p:nvSpPr>
          <p:cNvPr id="5" name="">
            <a:extLst xmlns:a="http://schemas.openxmlformats.org/drawingml/2006/main">
              <a:ext uri="{FF2B5EF4-FFF2-40B4-BE49-F238E27FC236}">
                <a16:creationId xmlns:a16="http://schemas.microsoft.com/office/drawing/2014/main" id="{CABDC292-FACD-4C1F-BD7F-ED34B0326879}"/>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4 / 16</a:t>
            </a:r>
          </a:p>
        </p:txBody>
      </p:sp>
      <p:sp>
        <p:nvSpPr>
          <p:cNvPr id="6" name="">
            <a:extLst xmlns:a="http://schemas.openxmlformats.org/drawingml/2006/main">
              <a:ext uri="{FF2B5EF4-FFF2-40B4-BE49-F238E27FC236}">
                <a16:creationId xmlns:a16="http://schemas.microsoft.com/office/drawing/2014/main" id="{35EE8148-CBEC-4998-A88A-69F86EFF3802}"/>
              </a:ext>
            </a:extLst>
          </p:cNvPr>
          <p:cNvSpPr>
            <a:spLocks xmlns:a="http://schemas.openxmlformats.org/drawingml/2006/main" noGrp="1"/>
          </p:cNvSpPr>
          <p:nvPr/>
        </p:nvSpPr>
        <p:spPr>
          <a:xfrm xmlns:a="http://schemas.openxmlformats.org/drawingml/2006/main">
            <a:off x="0" y="6810375"/>
            <a:ext cx="375285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079949F-A8AC-465C-9A96-3BD574F4FA46}"/>
              </a:ext>
            </a:extLst>
          </p:cNvPr>
          <p:cNvSpPr>
            <a:spLocks xmlns:a="http://schemas.openxmlformats.org/drawingml/2006/main" noGrp="1"/>
          </p:cNvSpPr>
          <p:nvPr/>
        </p:nvSpPr>
        <p:spPr>
          <a:xfrm xmlns:a="http://schemas.openxmlformats.org/drawingml/2006/main">
            <a:off x="685800" y="2000250"/>
            <a:ext cx="21907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8" name="">
            <a:extLst xmlns:a="http://schemas.openxmlformats.org/drawingml/2006/main">
              <a:ext uri="{FF2B5EF4-FFF2-40B4-BE49-F238E27FC236}">
                <a16:creationId xmlns:a16="http://schemas.microsoft.com/office/drawing/2014/main" id="{7AC6D538-8BAF-4507-8E7E-E746C5D1FC89}"/>
              </a:ext>
            </a:extLst>
          </p:cNvPr>
          <p:cNvSpPr>
            <a:spLocks xmlns:a="http://schemas.openxmlformats.org/drawingml/2006/main" noGrp="1"/>
          </p:cNvSpPr>
          <p:nvPr/>
        </p:nvSpPr>
        <p:spPr>
          <a:xfrm xmlns:a="http://schemas.openxmlformats.org/drawingml/2006/main">
            <a:off x="685800" y="20002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1BB6473-5D00-4258-85A1-E79A4EA867F5}"/>
              </a:ext>
            </a:extLst>
          </p:cNvPr>
          <p:cNvSpPr>
            <a:spLocks xmlns:a="http://schemas.openxmlformats.org/drawingml/2006/main" noGrp="1"/>
          </p:cNvSpPr>
          <p:nvPr/>
        </p:nvSpPr>
        <p:spPr>
          <a:xfrm xmlns:a="http://schemas.openxmlformats.org/drawingml/2006/main">
            <a:off x="857250" y="21145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Schema và kiểu dữ liệu</a:t>
            </a:r>
          </a:p>
        </p:txBody>
      </p:sp>
      <p:sp>
        <p:nvSpPr>
          <p:cNvPr id="10" name="">
            <a:extLst xmlns:a="http://schemas.openxmlformats.org/drawingml/2006/main">
              <a:ext uri="{FF2B5EF4-FFF2-40B4-BE49-F238E27FC236}">
                <a16:creationId xmlns:a16="http://schemas.microsoft.com/office/drawing/2014/main" id="{0E35344B-186D-4BE7-AF4D-7DB6E444E4FF}"/>
              </a:ext>
            </a:extLst>
          </p:cNvPr>
          <p:cNvSpPr>
            <a:spLocks xmlns:a="http://schemas.openxmlformats.org/drawingml/2006/main" noGrp="1"/>
          </p:cNvSpPr>
          <p:nvPr/>
        </p:nvSpPr>
        <p:spPr>
          <a:xfrm xmlns:a="http://schemas.openxmlformats.org/drawingml/2006/main">
            <a:off x="3086100" y="2000250"/>
            <a:ext cx="21907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11" name="">
            <a:extLst xmlns:a="http://schemas.openxmlformats.org/drawingml/2006/main">
              <a:ext uri="{FF2B5EF4-FFF2-40B4-BE49-F238E27FC236}">
                <a16:creationId xmlns:a16="http://schemas.microsoft.com/office/drawing/2014/main" id="{B940EB6C-559D-40EE-9563-0FE503AA9051}"/>
              </a:ext>
            </a:extLst>
          </p:cNvPr>
          <p:cNvSpPr>
            <a:spLocks xmlns:a="http://schemas.openxmlformats.org/drawingml/2006/main" noGrp="1"/>
          </p:cNvSpPr>
          <p:nvPr/>
        </p:nvSpPr>
        <p:spPr>
          <a:xfrm xmlns:a="http://schemas.openxmlformats.org/drawingml/2006/main">
            <a:off x="3086100" y="20002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B790C0E-2174-4489-851A-C053DDFDDD11}"/>
              </a:ext>
            </a:extLst>
          </p:cNvPr>
          <p:cNvSpPr>
            <a:spLocks xmlns:a="http://schemas.openxmlformats.org/drawingml/2006/main" noGrp="1"/>
          </p:cNvSpPr>
          <p:nvPr/>
        </p:nvSpPr>
        <p:spPr>
          <a:xfrm xmlns:a="http://schemas.openxmlformats.org/drawingml/2006/main">
            <a:off x="3257550" y="21145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Khóa chính và khóa ngoại</a:t>
            </a:r>
          </a:p>
        </p:txBody>
      </p:sp>
      <p:sp>
        <p:nvSpPr>
          <p:cNvPr id="13" name="">
            <a:extLst xmlns:a="http://schemas.openxmlformats.org/drawingml/2006/main">
              <a:ext uri="{FF2B5EF4-FFF2-40B4-BE49-F238E27FC236}">
                <a16:creationId xmlns:a16="http://schemas.microsoft.com/office/drawing/2014/main" id="{F94E2C60-BEA2-40CE-8B54-8784BEF111DB}"/>
              </a:ext>
            </a:extLst>
          </p:cNvPr>
          <p:cNvSpPr>
            <a:spLocks xmlns:a="http://schemas.openxmlformats.org/drawingml/2006/main" noGrp="1"/>
          </p:cNvSpPr>
          <p:nvPr/>
        </p:nvSpPr>
        <p:spPr>
          <a:xfrm xmlns:a="http://schemas.openxmlformats.org/drawingml/2006/main">
            <a:off x="685800" y="2686050"/>
            <a:ext cx="21907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14" name="">
            <a:extLst xmlns:a="http://schemas.openxmlformats.org/drawingml/2006/main">
              <a:ext uri="{FF2B5EF4-FFF2-40B4-BE49-F238E27FC236}">
                <a16:creationId xmlns:a16="http://schemas.microsoft.com/office/drawing/2014/main" id="{5A6CAABE-A984-49FE-9E0A-B7DCBAB46CA4}"/>
              </a:ext>
            </a:extLst>
          </p:cNvPr>
          <p:cNvSpPr>
            <a:spLocks xmlns:a="http://schemas.openxmlformats.org/drawingml/2006/main" noGrp="1"/>
          </p:cNvSpPr>
          <p:nvPr/>
        </p:nvSpPr>
        <p:spPr>
          <a:xfrm xmlns:a="http://schemas.openxmlformats.org/drawingml/2006/main">
            <a:off x="685800" y="26860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6BA68A9-C293-4964-9B06-BF02D167510F}"/>
              </a:ext>
            </a:extLst>
          </p:cNvPr>
          <p:cNvSpPr>
            <a:spLocks xmlns:a="http://schemas.openxmlformats.org/drawingml/2006/main" noGrp="1"/>
          </p:cNvSpPr>
          <p:nvPr/>
        </p:nvSpPr>
        <p:spPr>
          <a:xfrm xmlns:a="http://schemas.openxmlformats.org/drawingml/2006/main">
            <a:off x="857250" y="28003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UNIQUE, NOT NULL, CHECK</a:t>
            </a:r>
          </a:p>
        </p:txBody>
      </p:sp>
      <p:sp>
        <p:nvSpPr>
          <p:cNvPr id="16" name="">
            <a:extLst xmlns:a="http://schemas.openxmlformats.org/drawingml/2006/main">
              <a:ext uri="{FF2B5EF4-FFF2-40B4-BE49-F238E27FC236}">
                <a16:creationId xmlns:a16="http://schemas.microsoft.com/office/drawing/2014/main" id="{C30E4477-1E1F-49D7-B8BE-A92032C05FBC}"/>
              </a:ext>
            </a:extLst>
          </p:cNvPr>
          <p:cNvSpPr>
            <a:spLocks xmlns:a="http://schemas.openxmlformats.org/drawingml/2006/main" noGrp="1"/>
          </p:cNvSpPr>
          <p:nvPr/>
        </p:nvSpPr>
        <p:spPr>
          <a:xfrm xmlns:a="http://schemas.openxmlformats.org/drawingml/2006/main">
            <a:off x="3086100" y="2686050"/>
            <a:ext cx="21907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17" name="">
            <a:extLst xmlns:a="http://schemas.openxmlformats.org/drawingml/2006/main">
              <a:ext uri="{FF2B5EF4-FFF2-40B4-BE49-F238E27FC236}">
                <a16:creationId xmlns:a16="http://schemas.microsoft.com/office/drawing/2014/main" id="{0BEF2882-9162-4CCC-93FF-D3FF8A02BAA2}"/>
              </a:ext>
            </a:extLst>
          </p:cNvPr>
          <p:cNvSpPr>
            <a:spLocks xmlns:a="http://schemas.openxmlformats.org/drawingml/2006/main" noGrp="1"/>
          </p:cNvSpPr>
          <p:nvPr/>
        </p:nvSpPr>
        <p:spPr>
          <a:xfrm xmlns:a="http://schemas.openxmlformats.org/drawingml/2006/main">
            <a:off x="3086100" y="26860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A9CE4C7-7945-431B-ADA3-95334CCB551B}"/>
              </a:ext>
            </a:extLst>
          </p:cNvPr>
          <p:cNvSpPr>
            <a:spLocks xmlns:a="http://schemas.openxmlformats.org/drawingml/2006/main" noGrp="1"/>
          </p:cNvSpPr>
          <p:nvPr/>
        </p:nvSpPr>
        <p:spPr>
          <a:xfrm xmlns:a="http://schemas.openxmlformats.org/drawingml/2006/main">
            <a:off x="3257550" y="28003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Tính đúng của JOIN</a:t>
            </a:r>
          </a:p>
        </p:txBody>
      </p:sp>
      <p:sp>
        <p:nvSpPr>
          <p:cNvPr id="19" name="">
            <a:extLst xmlns:a="http://schemas.openxmlformats.org/drawingml/2006/main">
              <a:ext uri="{FF2B5EF4-FFF2-40B4-BE49-F238E27FC236}">
                <a16:creationId xmlns:a16="http://schemas.microsoft.com/office/drawing/2014/main" id="{4762C4E8-A7D6-4F46-B4A6-4CBFE64C311B}"/>
              </a:ext>
            </a:extLst>
          </p:cNvPr>
          <p:cNvSpPr>
            <a:spLocks xmlns:a="http://schemas.openxmlformats.org/drawingml/2006/main" noGrp="1"/>
          </p:cNvSpPr>
          <p:nvPr/>
        </p:nvSpPr>
        <p:spPr>
          <a:xfrm xmlns:a="http://schemas.openxmlformats.org/drawingml/2006/main">
            <a:off x="685800" y="3371850"/>
            <a:ext cx="21907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20" name="">
            <a:extLst xmlns:a="http://schemas.openxmlformats.org/drawingml/2006/main">
              <a:ext uri="{FF2B5EF4-FFF2-40B4-BE49-F238E27FC236}">
                <a16:creationId xmlns:a16="http://schemas.microsoft.com/office/drawing/2014/main" id="{D473E5F5-ECAD-47A2-B37E-CAC7D4934982}"/>
              </a:ext>
            </a:extLst>
          </p:cNvPr>
          <p:cNvSpPr>
            <a:spLocks xmlns:a="http://schemas.openxmlformats.org/drawingml/2006/main" noGrp="1"/>
          </p:cNvSpPr>
          <p:nvPr/>
        </p:nvSpPr>
        <p:spPr>
          <a:xfrm xmlns:a="http://schemas.openxmlformats.org/drawingml/2006/main">
            <a:off x="685800" y="33718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815918A-7C40-4620-8FD8-ACEEF2AAC241}"/>
              </a:ext>
            </a:extLst>
          </p:cNvPr>
          <p:cNvSpPr>
            <a:spLocks xmlns:a="http://schemas.openxmlformats.org/drawingml/2006/main" noGrp="1"/>
          </p:cNvSpPr>
          <p:nvPr/>
        </p:nvSpPr>
        <p:spPr>
          <a:xfrm xmlns:a="http://schemas.openxmlformats.org/drawingml/2006/main">
            <a:off x="857250" y="34861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Commit và rollback</a:t>
            </a:r>
          </a:p>
        </p:txBody>
      </p:sp>
      <p:sp>
        <p:nvSpPr>
          <p:cNvPr id="22" name="">
            <a:extLst xmlns:a="http://schemas.openxmlformats.org/drawingml/2006/main">
              <a:ext uri="{FF2B5EF4-FFF2-40B4-BE49-F238E27FC236}">
                <a16:creationId xmlns:a16="http://schemas.microsoft.com/office/drawing/2014/main" id="{33C28AA8-9960-40DD-9EA6-2A5176EDB125}"/>
              </a:ext>
            </a:extLst>
          </p:cNvPr>
          <p:cNvSpPr>
            <a:spLocks xmlns:a="http://schemas.openxmlformats.org/drawingml/2006/main" noGrp="1"/>
          </p:cNvSpPr>
          <p:nvPr/>
        </p:nvSpPr>
        <p:spPr>
          <a:xfrm xmlns:a="http://schemas.openxmlformats.org/drawingml/2006/main">
            <a:off x="3086100" y="3371850"/>
            <a:ext cx="21907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23" name="">
            <a:extLst xmlns:a="http://schemas.openxmlformats.org/drawingml/2006/main">
              <a:ext uri="{FF2B5EF4-FFF2-40B4-BE49-F238E27FC236}">
                <a16:creationId xmlns:a16="http://schemas.microsoft.com/office/drawing/2014/main" id="{93152D7D-8D14-4F85-B61C-3981294A39C9}"/>
              </a:ext>
            </a:extLst>
          </p:cNvPr>
          <p:cNvSpPr>
            <a:spLocks xmlns:a="http://schemas.openxmlformats.org/drawingml/2006/main" noGrp="1"/>
          </p:cNvSpPr>
          <p:nvPr/>
        </p:nvSpPr>
        <p:spPr>
          <a:xfrm xmlns:a="http://schemas.openxmlformats.org/drawingml/2006/main">
            <a:off x="3086100" y="33718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E1748C9-DC6D-4A8F-A366-49900C55CE2B}"/>
              </a:ext>
            </a:extLst>
          </p:cNvPr>
          <p:cNvSpPr>
            <a:spLocks xmlns:a="http://schemas.openxmlformats.org/drawingml/2006/main" noGrp="1"/>
          </p:cNvSpPr>
          <p:nvPr/>
        </p:nvSpPr>
        <p:spPr>
          <a:xfrm xmlns:a="http://schemas.openxmlformats.org/drawingml/2006/main">
            <a:off x="3257550" y="34861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Tương thích migration</a:t>
            </a:r>
          </a:p>
        </p:txBody>
      </p:sp>
      <p:sp>
        <p:nvSpPr>
          <p:cNvPr id="25" name="">
            <a:extLst xmlns:a="http://schemas.openxmlformats.org/drawingml/2006/main">
              <a:ext uri="{FF2B5EF4-FFF2-40B4-BE49-F238E27FC236}">
                <a16:creationId xmlns:a16="http://schemas.microsoft.com/office/drawing/2014/main" id="{79E93C5A-7182-4F61-913E-FF8E7D38D42F}"/>
              </a:ext>
            </a:extLst>
          </p:cNvPr>
          <p:cNvSpPr>
            <a:spLocks xmlns:a="http://schemas.openxmlformats.org/drawingml/2006/main" noGrp="1"/>
          </p:cNvSpPr>
          <p:nvPr/>
        </p:nvSpPr>
        <p:spPr>
          <a:xfrm xmlns:a="http://schemas.openxmlformats.org/drawingml/2006/main">
            <a:off x="685800" y="4057650"/>
            <a:ext cx="21907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26" name="">
            <a:extLst xmlns:a="http://schemas.openxmlformats.org/drawingml/2006/main">
              <a:ext uri="{FF2B5EF4-FFF2-40B4-BE49-F238E27FC236}">
                <a16:creationId xmlns:a16="http://schemas.microsoft.com/office/drawing/2014/main" id="{735F40A0-845C-4151-9F3E-5E9B9DDBDD74}"/>
              </a:ext>
            </a:extLst>
          </p:cNvPr>
          <p:cNvSpPr>
            <a:spLocks xmlns:a="http://schemas.openxmlformats.org/drawingml/2006/main" noGrp="1"/>
          </p:cNvSpPr>
          <p:nvPr/>
        </p:nvSpPr>
        <p:spPr>
          <a:xfrm xmlns:a="http://schemas.openxmlformats.org/drawingml/2006/main">
            <a:off x="685800" y="40576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0C493D8-0A4B-4D31-9526-0B39CD676209}"/>
              </a:ext>
            </a:extLst>
          </p:cNvPr>
          <p:cNvSpPr>
            <a:spLocks xmlns:a="http://schemas.openxmlformats.org/drawingml/2006/main" noGrp="1"/>
          </p:cNvSpPr>
          <p:nvPr/>
        </p:nvSpPr>
        <p:spPr>
          <a:xfrm xmlns:a="http://schemas.openxmlformats.org/drawingml/2006/main">
            <a:off x="857250" y="41719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Index và query plan</a:t>
            </a:r>
          </a:p>
        </p:txBody>
      </p:sp>
      <p:sp>
        <p:nvSpPr>
          <p:cNvPr id="28" name="">
            <a:extLst xmlns:a="http://schemas.openxmlformats.org/drawingml/2006/main">
              <a:ext uri="{FF2B5EF4-FFF2-40B4-BE49-F238E27FC236}">
                <a16:creationId xmlns:a16="http://schemas.microsoft.com/office/drawing/2014/main" id="{9032F9CA-9A9A-4296-8EEC-02939DB23FD8}"/>
              </a:ext>
            </a:extLst>
          </p:cNvPr>
          <p:cNvSpPr>
            <a:spLocks xmlns:a="http://schemas.openxmlformats.org/drawingml/2006/main" noGrp="1"/>
          </p:cNvSpPr>
          <p:nvPr/>
        </p:nvSpPr>
        <p:spPr>
          <a:xfrm xmlns:a="http://schemas.openxmlformats.org/drawingml/2006/main">
            <a:off x="3086100" y="4057650"/>
            <a:ext cx="21907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29" name="">
            <a:extLst xmlns:a="http://schemas.openxmlformats.org/drawingml/2006/main">
              <a:ext uri="{FF2B5EF4-FFF2-40B4-BE49-F238E27FC236}">
                <a16:creationId xmlns:a16="http://schemas.microsoft.com/office/drawing/2014/main" id="{0DC5DF42-7FD3-46F7-A7B6-A0F4687781F7}"/>
              </a:ext>
            </a:extLst>
          </p:cNvPr>
          <p:cNvSpPr>
            <a:spLocks xmlns:a="http://schemas.openxmlformats.org/drawingml/2006/main" noGrp="1"/>
          </p:cNvSpPr>
          <p:nvPr/>
        </p:nvSpPr>
        <p:spPr>
          <a:xfrm xmlns:a="http://schemas.openxmlformats.org/drawingml/2006/main">
            <a:off x="3086100" y="40576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B4CA564-921F-469E-91D9-9E21EDE68F1C}"/>
              </a:ext>
            </a:extLst>
          </p:cNvPr>
          <p:cNvSpPr>
            <a:spLocks xmlns:a="http://schemas.openxmlformats.org/drawingml/2006/main" noGrp="1"/>
          </p:cNvSpPr>
          <p:nvPr/>
        </p:nvSpPr>
        <p:spPr>
          <a:xfrm xmlns:a="http://schemas.openxmlformats.org/drawingml/2006/main">
            <a:off x="3257550" y="4171950"/>
            <a:ext cx="1885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Trigger và view</a:t>
            </a:r>
          </a:p>
        </p:txBody>
      </p:sp>
      <p:sp>
        <p:nvSpPr>
          <p:cNvPr id="31" name="">
            <a:extLst xmlns:a="http://schemas.openxmlformats.org/drawingml/2006/main">
              <a:ext uri="{FF2B5EF4-FFF2-40B4-BE49-F238E27FC236}">
                <a16:creationId xmlns:a16="http://schemas.microsoft.com/office/drawing/2014/main" id="{CF81B1C1-46A0-4B6A-8A8E-45679465E997}"/>
              </a:ext>
            </a:extLst>
          </p:cNvPr>
          <p:cNvSpPr>
            <a:spLocks xmlns:a="http://schemas.openxmlformats.org/drawingml/2006/main" noGrp="1"/>
          </p:cNvSpPr>
          <p:nvPr/>
        </p:nvSpPr>
        <p:spPr>
          <a:xfrm xmlns:a="http://schemas.openxmlformats.org/drawingml/2006/main">
            <a:off x="6000750" y="2000250"/>
            <a:ext cx="5505450" cy="3333750"/>
          </a:xfrm>
          <a:prstGeom xmlns:a="http://schemas.openxmlformats.org/drawingml/2006/main" prst="rect">
            <a:avLst/>
          </a:prstGeom>
          <a:solidFill xmlns:a="http://schemas.openxmlformats.org/drawingml/2006/main">
            <a:srgbClr val="121A29"/>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1D51A33-B799-40A6-86C4-763C73594FCB}"/>
              </a:ext>
            </a:extLst>
          </p:cNvPr>
          <p:cNvSpPr>
            <a:spLocks xmlns:a="http://schemas.openxmlformats.org/drawingml/2006/main" noGrp="1"/>
          </p:cNvSpPr>
          <p:nvPr/>
        </p:nvSpPr>
        <p:spPr>
          <a:xfrm xmlns:a="http://schemas.openxmlformats.org/drawingml/2006/main">
            <a:off x="6000750" y="2000250"/>
            <a:ext cx="47625" cy="333375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40A875D-68F4-49B5-B688-699322CCBD7E}"/>
              </a:ext>
            </a:extLst>
          </p:cNvPr>
          <p:cNvSpPr>
            <a:spLocks xmlns:a="http://schemas.openxmlformats.org/drawingml/2006/main" noGrp="1"/>
          </p:cNvSpPr>
          <p:nvPr/>
        </p:nvSpPr>
        <p:spPr>
          <a:xfrm xmlns:a="http://schemas.openxmlformats.org/drawingml/2006/main">
            <a:off x="6229350" y="2190750"/>
            <a:ext cx="5105400" cy="3028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D9E5F5"/>
                </a:solidFill>
              </a:defRPr>
            </a:pPr>
            <a:r>
              <a:rPr sz="1350" b="0">
                <a:solidFill>
                  <a:srgbClr val="D9E5F5"/>
                </a:solidFill>
              </a:rPr>
              <a:t>BEGIN;</a:t>
            </a:r>
          </a:p>
          <a:p xmlns:a="http://schemas.openxmlformats.org/drawingml/2006/main">
            <a:pPr algn="l">
              <a:buNone/>
              <a:defRPr sz="1350" b="0">
                <a:solidFill>
                  <a:srgbClr val="D9E5F5"/>
                </a:solidFill>
              </a:defRPr>
            </a:pPr>
            <a:r>
              <a:rPr sz="1350" b="0">
                <a:solidFill>
                  <a:srgbClr val="D9E5F5"/>
                </a:solidFill>
              </a:rPr>
              <a:t>INSERT INTO orders</a:t>
            </a:r>
          </a:p>
          <a:p xmlns:a="http://schemas.openxmlformats.org/drawingml/2006/main">
            <a:pPr algn="l">
              <a:buNone/>
              <a:defRPr sz="1350" b="0">
                <a:solidFill>
                  <a:srgbClr val="D9E5F5"/>
                </a:solidFill>
              </a:defRPr>
            </a:pPr>
            <a:r>
              <a:rPr sz="1350" b="0">
                <a:solidFill>
                  <a:srgbClr val="D9E5F5"/>
                </a:solidFill>
              </a:rPr>
              <a:t>  (user_id, total_amount, status)</a:t>
            </a:r>
          </a:p>
          <a:p xmlns:a="http://schemas.openxmlformats.org/drawingml/2006/main">
            <a:pPr algn="l">
              <a:buNone/>
              <a:defRPr sz="1350" b="0">
                <a:solidFill>
                  <a:srgbClr val="D9E5F5"/>
                </a:solidFill>
              </a:defRPr>
            </a:pPr>
            <a:r>
              <a:rPr sz="1350" b="0">
                <a:solidFill>
                  <a:srgbClr val="D9E5F5"/>
                </a:solidFill>
              </a:rPr>
              <a:t>VALUES (7, 450000, 'pending');</a:t>
            </a:r>
          </a:p>
          <a:p xmlns:a="http://schemas.openxmlformats.org/drawingml/2006/main">
            <a:r>
              <a:t/>
            </a:r>
          </a:p>
          <a:p xmlns:a="http://schemas.openxmlformats.org/drawingml/2006/main">
            <a:pPr algn="l">
              <a:buNone/>
              <a:defRPr sz="1350" b="0">
                <a:solidFill>
                  <a:srgbClr val="D9E5F5"/>
                </a:solidFill>
              </a:defRPr>
            </a:pPr>
            <a:r>
              <a:rPr sz="1350" b="0">
                <a:solidFill>
                  <a:srgbClr val="D9E5F5"/>
                </a:solidFill>
              </a:rPr>
              <a:t>SELECT user_id, total_amount, status</a:t>
            </a:r>
          </a:p>
          <a:p xmlns:a="http://schemas.openxmlformats.org/drawingml/2006/main">
            <a:pPr algn="l">
              <a:buNone/>
              <a:defRPr sz="1350" b="0">
                <a:solidFill>
                  <a:srgbClr val="D9E5F5"/>
                </a:solidFill>
              </a:defRPr>
            </a:pPr>
            <a:r>
              <a:rPr sz="1350" b="0">
                <a:solidFill>
                  <a:srgbClr val="D9E5F5"/>
                </a:solidFill>
              </a:rPr>
              <a:t>FROM orders</a:t>
            </a:r>
          </a:p>
          <a:p xmlns:a="http://schemas.openxmlformats.org/drawingml/2006/main">
            <a:pPr algn="l">
              <a:buNone/>
              <a:defRPr sz="1350" b="0">
                <a:solidFill>
                  <a:srgbClr val="D9E5F5"/>
                </a:solidFill>
              </a:defRPr>
            </a:pPr>
            <a:r>
              <a:rPr sz="1350" b="0">
                <a:solidFill>
                  <a:srgbClr val="D9E5F5"/>
                </a:solidFill>
              </a:rPr>
              <a:t>WHERE id = ?;</a:t>
            </a:r>
          </a:p>
          <a:p xmlns:a="http://schemas.openxmlformats.org/drawingml/2006/main">
            <a:pPr algn="l">
              <a:buNone/>
              <a:defRPr sz="1350" b="0">
                <a:solidFill>
                  <a:srgbClr val="D9E5F5"/>
                </a:solidFill>
              </a:defRPr>
            </a:pPr>
            <a:r>
              <a:rPr sz="1350" b="0">
                <a:solidFill>
                  <a:srgbClr val="D9E5F5"/>
                </a:solidFill>
              </a:rPr>
              <a:t>ROLLBACK;</a:t>
            </a:r>
          </a:p>
        </p:txBody>
      </p:sp>
    </p:spTree>
    <p:extLst>
      <p:ext uri="{BB962C8B-B14F-4D97-AF65-F5344CB8AC3E}">
        <p14:creationId xmlns:p14="http://schemas.microsoft.com/office/powerpoint/2010/main" val="1847438686"/>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58EE59D-0DA5-46E5-886A-2C91927B90D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93F12CC-9DDF-4489-8FDD-986B29222ED2}"/>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CƠ SỞ DỮ LIỆU NOSQL</a:t>
            </a:r>
          </a:p>
        </p:txBody>
      </p:sp>
      <p:sp>
        <p:nvSpPr>
          <p:cNvPr id="3" name="">
            <a:extLst xmlns:a="http://schemas.openxmlformats.org/drawingml/2006/main">
              <a:ext uri="{FF2B5EF4-FFF2-40B4-BE49-F238E27FC236}">
                <a16:creationId xmlns:a16="http://schemas.microsoft.com/office/drawing/2014/main" id="{3C2F323B-51C0-4BCC-9083-9CCF7C37E52E}"/>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NoSQL chuyển nhiều trách nhiệm hơn sang kiểm thử ứng dụng</a:t>
            </a:r>
          </a:p>
        </p:txBody>
      </p:sp>
      <p:sp>
        <p:nvSpPr>
          <p:cNvPr id="4" name="">
            <a:extLst xmlns:a="http://schemas.openxmlformats.org/drawingml/2006/main">
              <a:ext uri="{FF2B5EF4-FFF2-40B4-BE49-F238E27FC236}">
                <a16:creationId xmlns:a16="http://schemas.microsoft.com/office/drawing/2014/main" id="{2AEAC691-ADB4-4DD4-89EE-DD6AA876293F}"/>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Quy tắc ứng dụng và hệ phân tán</a:t>
            </a:r>
          </a:p>
        </p:txBody>
      </p:sp>
      <p:sp>
        <p:nvSpPr>
          <p:cNvPr id="5" name="">
            <a:extLst xmlns:a="http://schemas.openxmlformats.org/drawingml/2006/main">
              <a:ext uri="{FF2B5EF4-FFF2-40B4-BE49-F238E27FC236}">
                <a16:creationId xmlns:a16="http://schemas.microsoft.com/office/drawing/2014/main" id="{69CB7C7A-1FE0-434A-B916-0601271C0AB0}"/>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5 / 16</a:t>
            </a:r>
          </a:p>
        </p:txBody>
      </p:sp>
      <p:sp>
        <p:nvSpPr>
          <p:cNvPr id="6" name="">
            <a:extLst xmlns:a="http://schemas.openxmlformats.org/drawingml/2006/main">
              <a:ext uri="{FF2B5EF4-FFF2-40B4-BE49-F238E27FC236}">
                <a16:creationId xmlns:a16="http://schemas.microsoft.com/office/drawing/2014/main" id="{35BEA066-F696-449E-822A-48A71F2AF665}"/>
              </a:ext>
            </a:extLst>
          </p:cNvPr>
          <p:cNvSpPr>
            <a:spLocks xmlns:a="http://schemas.openxmlformats.org/drawingml/2006/main" noGrp="1"/>
          </p:cNvSpPr>
          <p:nvPr/>
        </p:nvSpPr>
        <p:spPr>
          <a:xfrm xmlns:a="http://schemas.openxmlformats.org/drawingml/2006/main">
            <a:off x="0" y="6810375"/>
            <a:ext cx="468630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057B658-6EA8-4628-B5DD-08DB11BBF1AE}"/>
              </a:ext>
            </a:extLst>
          </p:cNvPr>
          <p:cNvSpPr>
            <a:spLocks xmlns:a="http://schemas.openxmlformats.org/drawingml/2006/main" noGrp="1"/>
          </p:cNvSpPr>
          <p:nvPr/>
        </p:nvSpPr>
        <p:spPr>
          <a:xfrm xmlns:a="http://schemas.openxmlformats.org/drawingml/2006/main">
            <a:off x="685800" y="1905000"/>
            <a:ext cx="5219700" cy="3143250"/>
          </a:xfrm>
          <a:prstGeom xmlns:a="http://schemas.openxmlformats.org/drawingml/2006/main" prst="rect">
            <a:avLst/>
          </a:prstGeom>
          <a:solidFill xmlns:a="http://schemas.openxmlformats.org/drawingml/2006/main">
            <a:srgbClr val="121A2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DDBBDBF-9CD1-4237-BA98-8BC7572EC8C7}"/>
              </a:ext>
            </a:extLst>
          </p:cNvPr>
          <p:cNvSpPr>
            <a:spLocks xmlns:a="http://schemas.openxmlformats.org/drawingml/2006/main" noGrp="1"/>
          </p:cNvSpPr>
          <p:nvPr/>
        </p:nvSpPr>
        <p:spPr>
          <a:xfrm xmlns:a="http://schemas.openxmlformats.org/drawingml/2006/main">
            <a:off x="685800" y="1905000"/>
            <a:ext cx="47625" cy="314325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0880338-7384-4DA0-9A9B-930CAAFD293E}"/>
              </a:ext>
            </a:extLst>
          </p:cNvPr>
          <p:cNvSpPr>
            <a:spLocks xmlns:a="http://schemas.openxmlformats.org/drawingml/2006/main" noGrp="1"/>
          </p:cNvSpPr>
          <p:nvPr/>
        </p:nvSpPr>
        <p:spPr>
          <a:xfrm xmlns:a="http://schemas.openxmlformats.org/drawingml/2006/main">
            <a:off x="914400" y="2095500"/>
            <a:ext cx="4819650" cy="2838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D9E5F5"/>
                </a:solidFill>
              </a:defRPr>
            </a:pPr>
            <a:r>
              <a:rPr sz="1350" b="0">
                <a:solidFill>
                  <a:srgbClr val="D9E5F5"/>
                </a:solidFill>
              </a:rPr>
              <a:t>{</a:t>
            </a:r>
          </a:p>
          <a:p xmlns:a="http://schemas.openxmlformats.org/drawingml/2006/main">
            <a:pPr algn="l">
              <a:buNone/>
              <a:defRPr sz="1350" b="0">
                <a:solidFill>
                  <a:srgbClr val="D9E5F5"/>
                </a:solidFill>
              </a:defRPr>
            </a:pPr>
            <a:r>
              <a:rPr sz="1350" b="0">
                <a:solidFill>
                  <a:srgbClr val="D9E5F5"/>
                </a:solidFill>
              </a:rPr>
              <a:t>  "_id": "order-1042",</a:t>
            </a:r>
          </a:p>
          <a:p xmlns:a="http://schemas.openxmlformats.org/drawingml/2006/main">
            <a:pPr algn="l">
              <a:buNone/>
              <a:defRPr sz="1350" b="0">
                <a:solidFill>
                  <a:srgbClr val="D9E5F5"/>
                </a:solidFill>
              </a:defRPr>
            </a:pPr>
            <a:r>
              <a:rPr sz="1350" b="0">
                <a:solidFill>
                  <a:srgbClr val="D9E5F5"/>
                </a:solidFill>
              </a:rPr>
              <a:t>  "userId": "user-7",</a:t>
            </a:r>
          </a:p>
          <a:p xmlns:a="http://schemas.openxmlformats.org/drawingml/2006/main">
            <a:pPr algn="l">
              <a:buNone/>
              <a:defRPr sz="1350" b="0">
                <a:solidFill>
                  <a:srgbClr val="D9E5F5"/>
                </a:solidFill>
              </a:defRPr>
            </a:pPr>
            <a:r>
              <a:rPr sz="1350" b="0">
                <a:solidFill>
                  <a:srgbClr val="D9E5F5"/>
                </a:solidFill>
              </a:rPr>
              <a:t>  "items": [</a:t>
            </a:r>
          </a:p>
          <a:p xmlns:a="http://schemas.openxmlformats.org/drawingml/2006/main">
            <a:pPr algn="l">
              <a:buNone/>
              <a:defRPr sz="1350" b="0">
                <a:solidFill>
                  <a:srgbClr val="D9E5F5"/>
                </a:solidFill>
              </a:defRPr>
            </a:pPr>
            <a:r>
              <a:rPr sz="1350" b="0">
                <a:solidFill>
                  <a:srgbClr val="D9E5F5"/>
                </a:solidFill>
              </a:rPr>
              <a:t>    { "sku": "P12", "qty": 2 }</a:t>
            </a:r>
          </a:p>
          <a:p xmlns:a="http://schemas.openxmlformats.org/drawingml/2006/main">
            <a:pPr algn="l">
              <a:buNone/>
              <a:defRPr sz="1350" b="0">
                <a:solidFill>
                  <a:srgbClr val="D9E5F5"/>
                </a:solidFill>
              </a:defRPr>
            </a:pPr>
            <a:r>
              <a:rPr sz="1350" b="0">
                <a:solidFill>
                  <a:srgbClr val="D9E5F5"/>
                </a:solidFill>
              </a:rPr>
              <a:t>  ],</a:t>
            </a:r>
          </a:p>
          <a:p xmlns:a="http://schemas.openxmlformats.org/drawingml/2006/main">
            <a:pPr algn="l">
              <a:buNone/>
              <a:defRPr sz="1350" b="0">
                <a:solidFill>
                  <a:srgbClr val="D9E5F5"/>
                </a:solidFill>
              </a:defRPr>
            </a:pPr>
            <a:r>
              <a:rPr sz="1350" b="0">
                <a:solidFill>
                  <a:srgbClr val="D9E5F5"/>
                </a:solidFill>
              </a:rPr>
              <a:t>  "total": 450000,</a:t>
            </a:r>
          </a:p>
          <a:p xmlns:a="http://schemas.openxmlformats.org/drawingml/2006/main">
            <a:pPr algn="l">
              <a:buNone/>
              <a:defRPr sz="1350" b="0">
                <a:solidFill>
                  <a:srgbClr val="D9E5F5"/>
                </a:solidFill>
              </a:defRPr>
            </a:pPr>
            <a:r>
              <a:rPr sz="1350" b="0">
                <a:solidFill>
                  <a:srgbClr val="D9E5F5"/>
                </a:solidFill>
              </a:rPr>
              <a:t>  "status": "pending",</a:t>
            </a:r>
          </a:p>
          <a:p xmlns:a="http://schemas.openxmlformats.org/drawingml/2006/main">
            <a:pPr algn="l">
              <a:buNone/>
              <a:defRPr sz="1350" b="0">
                <a:solidFill>
                  <a:srgbClr val="D9E5F5"/>
                </a:solidFill>
              </a:defRPr>
            </a:pPr>
            <a:r>
              <a:rPr sz="1350" b="0">
                <a:solidFill>
                  <a:srgbClr val="D9E5F5"/>
                </a:solidFill>
              </a:rPr>
              <a:t>  "schemaVersion": 3</a:t>
            </a:r>
          </a:p>
          <a:p xmlns:a="http://schemas.openxmlformats.org/drawingml/2006/main">
            <a:pPr algn="l">
              <a:buNone/>
              <a:defRPr sz="1350" b="0">
                <a:solidFill>
                  <a:srgbClr val="D9E5F5"/>
                </a:solidFill>
              </a:defRPr>
            </a:pPr>
            <a:r>
              <a:rPr sz="1350" b="0">
                <a:solidFill>
                  <a:srgbClr val="D9E5F5"/>
                </a:solidFill>
              </a:rPr>
              <a:t>}</a:t>
            </a:r>
          </a:p>
        </p:txBody>
      </p:sp>
      <p:sp>
        <p:nvSpPr>
          <p:cNvPr id="10" name="">
            <a:extLst xmlns:a="http://schemas.openxmlformats.org/drawingml/2006/main">
              <a:ext uri="{FF2B5EF4-FFF2-40B4-BE49-F238E27FC236}">
                <a16:creationId xmlns:a16="http://schemas.microsoft.com/office/drawing/2014/main" id="{F93C147B-A6B5-4288-B082-79D0F0B057D8}"/>
              </a:ext>
            </a:extLst>
          </p:cNvPr>
          <p:cNvSpPr>
            <a:spLocks xmlns:a="http://schemas.openxmlformats.org/drawingml/2006/main" noGrp="1"/>
          </p:cNvSpPr>
          <p:nvPr/>
        </p:nvSpPr>
        <p:spPr>
          <a:xfrm xmlns:a="http://schemas.openxmlformats.org/drawingml/2006/main">
            <a:off x="6305550" y="1809750"/>
            <a:ext cx="5143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Cấu trúc document, field lồng nhau và mảng</a:t>
            </a:r>
          </a:p>
        </p:txBody>
      </p:sp>
      <p:sp>
        <p:nvSpPr>
          <p:cNvPr id="11" name="">
            <a:extLst xmlns:a="http://schemas.openxmlformats.org/drawingml/2006/main">
              <a:ext uri="{FF2B5EF4-FFF2-40B4-BE49-F238E27FC236}">
                <a16:creationId xmlns:a16="http://schemas.microsoft.com/office/drawing/2014/main" id="{23667D16-258F-4C6D-97C3-7C79419F09DD}"/>
              </a:ext>
            </a:extLst>
          </p:cNvPr>
          <p:cNvSpPr>
            <a:spLocks xmlns:a="http://schemas.openxmlformats.org/drawingml/2006/main" noGrp="1"/>
          </p:cNvSpPr>
          <p:nvPr/>
        </p:nvSpPr>
        <p:spPr>
          <a:xfrm xmlns:a="http://schemas.openxmlformats.org/drawingml/2006/main">
            <a:off x="6305550" y="2219325"/>
            <a:ext cx="5143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Reference do ứng dụng quản lý</a:t>
            </a:r>
          </a:p>
        </p:txBody>
      </p:sp>
      <p:sp>
        <p:nvSpPr>
          <p:cNvPr id="12" name="">
            <a:extLst xmlns:a="http://schemas.openxmlformats.org/drawingml/2006/main">
              <a:ext uri="{FF2B5EF4-FFF2-40B4-BE49-F238E27FC236}">
                <a16:creationId xmlns:a16="http://schemas.microsoft.com/office/drawing/2014/main" id="{E5C6CF52-6959-489C-84EF-227D645454B9}"/>
              </a:ext>
            </a:extLst>
          </p:cNvPr>
          <p:cNvSpPr>
            <a:spLocks xmlns:a="http://schemas.openxmlformats.org/drawingml/2006/main" noGrp="1"/>
          </p:cNvSpPr>
          <p:nvPr/>
        </p:nvSpPr>
        <p:spPr>
          <a:xfrm xmlns:a="http://schemas.openxmlformats.org/drawingml/2006/main">
            <a:off x="6305550" y="2628900"/>
            <a:ext cx="5143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Truy vấn và aggregation pipeline</a:t>
            </a:r>
          </a:p>
        </p:txBody>
      </p:sp>
      <p:sp>
        <p:nvSpPr>
          <p:cNvPr id="13" name="">
            <a:extLst xmlns:a="http://schemas.openxmlformats.org/drawingml/2006/main">
              <a:ext uri="{FF2B5EF4-FFF2-40B4-BE49-F238E27FC236}">
                <a16:creationId xmlns:a16="http://schemas.microsoft.com/office/drawing/2014/main" id="{CADD9728-05A9-4B2A-829C-6EA62E86016A}"/>
              </a:ext>
            </a:extLst>
          </p:cNvPr>
          <p:cNvSpPr>
            <a:spLocks xmlns:a="http://schemas.openxmlformats.org/drawingml/2006/main" noGrp="1"/>
          </p:cNvSpPr>
          <p:nvPr/>
        </p:nvSpPr>
        <p:spPr>
          <a:xfrm xmlns:a="http://schemas.openxmlformats.org/drawingml/2006/main">
            <a:off x="6305550" y="3038475"/>
            <a:ext cx="5143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Strong hoặc eventual consistency</a:t>
            </a:r>
          </a:p>
        </p:txBody>
      </p:sp>
      <p:sp>
        <p:nvSpPr>
          <p:cNvPr id="14" name="">
            <a:extLst xmlns:a="http://schemas.openxmlformats.org/drawingml/2006/main">
              <a:ext uri="{FF2B5EF4-FFF2-40B4-BE49-F238E27FC236}">
                <a16:creationId xmlns:a16="http://schemas.microsoft.com/office/drawing/2014/main" id="{E6954935-053B-49B2-98AC-1D453D83E2F7}"/>
              </a:ext>
            </a:extLst>
          </p:cNvPr>
          <p:cNvSpPr>
            <a:spLocks xmlns:a="http://schemas.openxmlformats.org/drawingml/2006/main" noGrp="1"/>
          </p:cNvSpPr>
          <p:nvPr/>
        </p:nvSpPr>
        <p:spPr>
          <a:xfrm xmlns:a="http://schemas.openxmlformats.org/drawingml/2006/main">
            <a:off x="6305550" y="3448050"/>
            <a:ext cx="5143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Partition key, shard và hot partition</a:t>
            </a:r>
          </a:p>
        </p:txBody>
      </p:sp>
      <p:sp>
        <p:nvSpPr>
          <p:cNvPr id="15" name="">
            <a:extLst xmlns:a="http://schemas.openxmlformats.org/drawingml/2006/main">
              <a:ext uri="{FF2B5EF4-FFF2-40B4-BE49-F238E27FC236}">
                <a16:creationId xmlns:a16="http://schemas.microsoft.com/office/drawing/2014/main" id="{F2DFD51F-EE83-411D-B0B8-E52D57877E0A}"/>
              </a:ext>
            </a:extLst>
          </p:cNvPr>
          <p:cNvSpPr>
            <a:spLocks xmlns:a="http://schemas.openxmlformats.org/drawingml/2006/main" noGrp="1"/>
          </p:cNvSpPr>
          <p:nvPr/>
        </p:nvSpPr>
        <p:spPr>
          <a:xfrm xmlns:a="http://schemas.openxmlformats.org/drawingml/2006/main">
            <a:off x="6305550" y="3857625"/>
            <a:ext cx="5143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Replication, retry và idempotency</a:t>
            </a:r>
          </a:p>
        </p:txBody>
      </p:sp>
      <p:sp>
        <p:nvSpPr>
          <p:cNvPr id="16" name="">
            <a:extLst xmlns:a="http://schemas.openxmlformats.org/drawingml/2006/main">
              <a:ext uri="{FF2B5EF4-FFF2-40B4-BE49-F238E27FC236}">
                <a16:creationId xmlns:a16="http://schemas.microsoft.com/office/drawing/2014/main" id="{12BA4382-1E8F-4746-BC3F-85B5C6E99445}"/>
              </a:ext>
            </a:extLst>
          </p:cNvPr>
          <p:cNvSpPr>
            <a:spLocks xmlns:a="http://schemas.openxmlformats.org/drawingml/2006/main" noGrp="1"/>
          </p:cNvSpPr>
          <p:nvPr/>
        </p:nvSpPr>
        <p:spPr>
          <a:xfrm xmlns:a="http://schemas.openxmlformats.org/drawingml/2006/main">
            <a:off x="6305550" y="4267200"/>
            <a:ext cx="51435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Nhiều phiên bản document cùng tồn tại</a:t>
            </a:r>
          </a:p>
        </p:txBody>
      </p:sp>
      <p:sp>
        <p:nvSpPr>
          <p:cNvPr id="17" name="">
            <a:extLst xmlns:a="http://schemas.openxmlformats.org/drawingml/2006/main">
              <a:ext uri="{FF2B5EF4-FFF2-40B4-BE49-F238E27FC236}">
                <a16:creationId xmlns:a16="http://schemas.microsoft.com/office/drawing/2014/main" id="{4B6855C2-85AD-4EFA-A377-26B5336D9B68}"/>
              </a:ext>
            </a:extLst>
          </p:cNvPr>
          <p:cNvSpPr>
            <a:spLocks xmlns:a="http://schemas.openxmlformats.org/drawingml/2006/main" noGrp="1"/>
          </p:cNvSpPr>
          <p:nvPr/>
        </p:nvSpPr>
        <p:spPr>
          <a:xfrm xmlns:a="http://schemas.openxmlformats.org/drawingml/2006/main">
            <a:off x="6305550" y="4895850"/>
            <a:ext cx="5200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8" name="">
            <a:extLst xmlns:a="http://schemas.openxmlformats.org/drawingml/2006/main">
              <a:ext uri="{FF2B5EF4-FFF2-40B4-BE49-F238E27FC236}">
                <a16:creationId xmlns:a16="http://schemas.microsoft.com/office/drawing/2014/main" id="{36E3CB2C-E432-44C8-83E5-52D083EBD8FA}"/>
              </a:ext>
            </a:extLst>
          </p:cNvPr>
          <p:cNvSpPr>
            <a:spLocks xmlns:a="http://schemas.openxmlformats.org/drawingml/2006/main" noGrp="1"/>
          </p:cNvSpPr>
          <p:nvPr/>
        </p:nvSpPr>
        <p:spPr>
          <a:xfrm xmlns:a="http://schemas.openxmlformats.org/drawingml/2006/main">
            <a:off x="6305550" y="4895850"/>
            <a:ext cx="5200650" cy="47625"/>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C9F5CC7-8B76-4CFC-97A8-68458438934D}"/>
              </a:ext>
            </a:extLst>
          </p:cNvPr>
          <p:cNvSpPr>
            <a:spLocks xmlns:a="http://schemas.openxmlformats.org/drawingml/2006/main" noGrp="1"/>
          </p:cNvSpPr>
          <p:nvPr/>
        </p:nvSpPr>
        <p:spPr>
          <a:xfrm xmlns:a="http://schemas.openxmlformats.org/drawingml/2006/main">
            <a:off x="6477000" y="5095875"/>
            <a:ext cx="4857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72033"/>
                </a:solidFill>
              </a:defRPr>
            </a:pPr>
            <a:r>
              <a:rPr sz="1350" b="1">
                <a:solidFill>
                  <a:srgbClr val="172033"/>
                </a:solidFill>
              </a:rPr>
              <a:t>Không dùng sleep cố định: hãy retry có giới hạn và đặt timeout rõ ràng cho eventual consistency.</a:t>
            </a:r>
          </a:p>
        </p:txBody>
      </p:sp>
    </p:spTree>
    <p:extLst>
      <p:ext uri="{BB962C8B-B14F-4D97-AF65-F5344CB8AC3E}">
        <p14:creationId xmlns:p14="http://schemas.microsoft.com/office/powerpoint/2010/main" val="1956981042"/>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A019C6C0-852D-4E1B-8CED-9D960CE9611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8E777FA-F443-4F04-8A7D-FA65E288A097}"/>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RANH GIỚI CÔNG CỤ</a:t>
            </a:r>
          </a:p>
        </p:txBody>
      </p:sp>
      <p:sp>
        <p:nvSpPr>
          <p:cNvPr id="3" name="">
            <a:extLst xmlns:a="http://schemas.openxmlformats.org/drawingml/2006/main">
              <a:ext uri="{FF2B5EF4-FFF2-40B4-BE49-F238E27FC236}">
                <a16:creationId xmlns:a16="http://schemas.microsoft.com/office/drawing/2014/main" id="{A5584CE4-F50D-4222-B973-4A4505AC8D20}"/>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Ba công cụ giải quyết ba công việc khác nhau</a:t>
            </a:r>
          </a:p>
        </p:txBody>
      </p:sp>
      <p:sp>
        <p:nvSpPr>
          <p:cNvPr id="4" name="">
            <a:extLst xmlns:a="http://schemas.openxmlformats.org/drawingml/2006/main">
              <a:ext uri="{FF2B5EF4-FFF2-40B4-BE49-F238E27FC236}">
                <a16:creationId xmlns:a16="http://schemas.microsoft.com/office/drawing/2014/main" id="{5BAA4F8A-951A-476F-A158-558079159836}"/>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Phạm vi</a:t>
            </a:r>
          </a:p>
        </p:txBody>
      </p:sp>
      <p:sp>
        <p:nvSpPr>
          <p:cNvPr id="5" name="">
            <a:extLst xmlns:a="http://schemas.openxmlformats.org/drawingml/2006/main">
              <a:ext uri="{FF2B5EF4-FFF2-40B4-BE49-F238E27FC236}">
                <a16:creationId xmlns:a16="http://schemas.microsoft.com/office/drawing/2014/main" id="{B3B8B0A0-C505-4C2F-9881-480B6414F192}"/>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6 / 16</a:t>
            </a:r>
          </a:p>
        </p:txBody>
      </p:sp>
      <p:sp>
        <p:nvSpPr>
          <p:cNvPr id="6" name="">
            <a:extLst xmlns:a="http://schemas.openxmlformats.org/drawingml/2006/main">
              <a:ext uri="{FF2B5EF4-FFF2-40B4-BE49-F238E27FC236}">
                <a16:creationId xmlns:a16="http://schemas.microsoft.com/office/drawing/2014/main" id="{E1236227-EA3E-491F-BDC9-19A65CE42CA3}"/>
              </a:ext>
            </a:extLst>
          </p:cNvPr>
          <p:cNvSpPr>
            <a:spLocks xmlns:a="http://schemas.openxmlformats.org/drawingml/2006/main" noGrp="1"/>
          </p:cNvSpPr>
          <p:nvPr/>
        </p:nvSpPr>
        <p:spPr>
          <a:xfrm xmlns:a="http://schemas.openxmlformats.org/drawingml/2006/main">
            <a:off x="0" y="6810375"/>
            <a:ext cx="5629275"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89BBB44-C383-49E7-AE8C-7D3AC47ED7AC}"/>
              </a:ext>
            </a:extLst>
          </p:cNvPr>
          <p:cNvSpPr>
            <a:spLocks xmlns:a="http://schemas.openxmlformats.org/drawingml/2006/main" noGrp="1"/>
          </p:cNvSpPr>
          <p:nvPr/>
        </p:nvSpPr>
        <p:spPr>
          <a:xfrm xmlns:a="http://schemas.openxmlformats.org/drawingml/2006/main">
            <a:off x="685800" y="1857375"/>
            <a:ext cx="1714500" cy="45720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8" name="">
            <a:extLst xmlns:a="http://schemas.openxmlformats.org/drawingml/2006/main">
              <a:ext uri="{FF2B5EF4-FFF2-40B4-BE49-F238E27FC236}">
                <a16:creationId xmlns:a16="http://schemas.microsoft.com/office/drawing/2014/main" id="{AAF5E4A7-8C60-4603-B9B9-61C429A2029C}"/>
              </a:ext>
            </a:extLst>
          </p:cNvPr>
          <p:cNvSpPr>
            <a:spLocks xmlns:a="http://schemas.openxmlformats.org/drawingml/2006/main" noGrp="1"/>
          </p:cNvSpPr>
          <p:nvPr/>
        </p:nvSpPr>
        <p:spPr>
          <a:xfrm xmlns:a="http://schemas.openxmlformats.org/drawingml/2006/main">
            <a:off x="781050" y="193357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Công cụ</a:t>
            </a:r>
          </a:p>
        </p:txBody>
      </p:sp>
      <p:sp>
        <p:nvSpPr>
          <p:cNvPr id="9" name="">
            <a:extLst xmlns:a="http://schemas.openxmlformats.org/drawingml/2006/main">
              <a:ext uri="{FF2B5EF4-FFF2-40B4-BE49-F238E27FC236}">
                <a16:creationId xmlns:a16="http://schemas.microsoft.com/office/drawing/2014/main" id="{624B3FA8-7755-4908-9E1E-E4E533E272BD}"/>
              </a:ext>
            </a:extLst>
          </p:cNvPr>
          <p:cNvSpPr>
            <a:spLocks xmlns:a="http://schemas.openxmlformats.org/drawingml/2006/main" noGrp="1"/>
          </p:cNvSpPr>
          <p:nvPr/>
        </p:nvSpPr>
        <p:spPr>
          <a:xfrm xmlns:a="http://schemas.openxmlformats.org/drawingml/2006/main">
            <a:off x="2400300" y="1857375"/>
            <a:ext cx="2381250" cy="45720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10" name="">
            <a:extLst xmlns:a="http://schemas.openxmlformats.org/drawingml/2006/main">
              <a:ext uri="{FF2B5EF4-FFF2-40B4-BE49-F238E27FC236}">
                <a16:creationId xmlns:a16="http://schemas.microsoft.com/office/drawing/2014/main" id="{23994CB9-EC09-40BA-93B4-1FCF7A177E95}"/>
              </a:ext>
            </a:extLst>
          </p:cNvPr>
          <p:cNvSpPr>
            <a:spLocks xmlns:a="http://schemas.openxmlformats.org/drawingml/2006/main" noGrp="1"/>
          </p:cNvSpPr>
          <p:nvPr/>
        </p:nvSpPr>
        <p:spPr>
          <a:xfrm xmlns:a="http://schemas.openxmlformats.org/drawingml/2006/main">
            <a:off x="2495550" y="1933575"/>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CSDL quan hệ</a:t>
            </a:r>
          </a:p>
        </p:txBody>
      </p:sp>
      <p:sp>
        <p:nvSpPr>
          <p:cNvPr id="11" name="">
            <a:extLst xmlns:a="http://schemas.openxmlformats.org/drawingml/2006/main">
              <a:ext uri="{FF2B5EF4-FFF2-40B4-BE49-F238E27FC236}">
                <a16:creationId xmlns:a16="http://schemas.microsoft.com/office/drawing/2014/main" id="{B39FE9D6-DDD1-47BA-BDF4-7DD7C06F5873}"/>
              </a:ext>
            </a:extLst>
          </p:cNvPr>
          <p:cNvSpPr>
            <a:spLocks xmlns:a="http://schemas.openxmlformats.org/drawingml/2006/main" noGrp="1"/>
          </p:cNvSpPr>
          <p:nvPr/>
        </p:nvSpPr>
        <p:spPr>
          <a:xfrm xmlns:a="http://schemas.openxmlformats.org/drawingml/2006/main">
            <a:off x="4781550" y="1857375"/>
            <a:ext cx="2857500" cy="45720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12" name="">
            <a:extLst xmlns:a="http://schemas.openxmlformats.org/drawingml/2006/main">
              <a:ext uri="{FF2B5EF4-FFF2-40B4-BE49-F238E27FC236}">
                <a16:creationId xmlns:a16="http://schemas.microsoft.com/office/drawing/2014/main" id="{CC88E987-2D82-441D-8DC9-0242C5D05FC2}"/>
              </a:ext>
            </a:extLst>
          </p:cNvPr>
          <p:cNvSpPr>
            <a:spLocks xmlns:a="http://schemas.openxmlformats.org/drawingml/2006/main" noGrp="1"/>
          </p:cNvSpPr>
          <p:nvPr/>
        </p:nvSpPr>
        <p:spPr>
          <a:xfrm xmlns:a="http://schemas.openxmlformats.org/drawingml/2006/main">
            <a:off x="4876800" y="1933575"/>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NoSQL</a:t>
            </a:r>
          </a:p>
        </p:txBody>
      </p:sp>
      <p:sp>
        <p:nvSpPr>
          <p:cNvPr id="13" name="">
            <a:extLst xmlns:a="http://schemas.openxmlformats.org/drawingml/2006/main">
              <a:ext uri="{FF2B5EF4-FFF2-40B4-BE49-F238E27FC236}">
                <a16:creationId xmlns:a16="http://schemas.microsoft.com/office/drawing/2014/main" id="{7224C0D7-73F0-4879-8D26-9B32E72A6DD6}"/>
              </a:ext>
            </a:extLst>
          </p:cNvPr>
          <p:cNvSpPr>
            <a:spLocks xmlns:a="http://schemas.openxmlformats.org/drawingml/2006/main" noGrp="1"/>
          </p:cNvSpPr>
          <p:nvPr/>
        </p:nvSpPr>
        <p:spPr>
          <a:xfrm xmlns:a="http://schemas.openxmlformats.org/drawingml/2006/main">
            <a:off x="7639050" y="1857375"/>
            <a:ext cx="3867150" cy="45720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14" name="">
            <a:extLst xmlns:a="http://schemas.openxmlformats.org/drawingml/2006/main">
              <a:ext uri="{FF2B5EF4-FFF2-40B4-BE49-F238E27FC236}">
                <a16:creationId xmlns:a16="http://schemas.microsoft.com/office/drawing/2014/main" id="{FD89DEA1-609D-4BB2-84C4-FCB6CD2C449D}"/>
              </a:ext>
            </a:extLst>
          </p:cNvPr>
          <p:cNvSpPr>
            <a:spLocks xmlns:a="http://schemas.openxmlformats.org/drawingml/2006/main" noGrp="1"/>
          </p:cNvSpPr>
          <p:nvPr/>
        </p:nvSpPr>
        <p:spPr>
          <a:xfrm xmlns:a="http://schemas.openxmlformats.org/drawingml/2006/main">
            <a:off x="7734300" y="1933575"/>
            <a:ext cx="3676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Kết quả chính</a:t>
            </a:r>
          </a:p>
        </p:txBody>
      </p:sp>
      <p:sp>
        <p:nvSpPr>
          <p:cNvPr id="15" name="">
            <a:extLst xmlns:a="http://schemas.openxmlformats.org/drawingml/2006/main">
              <a:ext uri="{FF2B5EF4-FFF2-40B4-BE49-F238E27FC236}">
                <a16:creationId xmlns:a16="http://schemas.microsoft.com/office/drawing/2014/main" id="{4D00BE8E-9EAD-4970-83DF-1FF95AB1B09F}"/>
              </a:ext>
            </a:extLst>
          </p:cNvPr>
          <p:cNvSpPr>
            <a:spLocks xmlns:a="http://schemas.openxmlformats.org/drawingml/2006/main" noGrp="1"/>
          </p:cNvSpPr>
          <p:nvPr/>
        </p:nvSpPr>
        <p:spPr>
          <a:xfrm xmlns:a="http://schemas.openxmlformats.org/drawingml/2006/main">
            <a:off x="685800" y="2314575"/>
            <a:ext cx="1714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6" name="">
            <a:extLst xmlns:a="http://schemas.openxmlformats.org/drawingml/2006/main">
              <a:ext uri="{FF2B5EF4-FFF2-40B4-BE49-F238E27FC236}">
                <a16:creationId xmlns:a16="http://schemas.microsoft.com/office/drawing/2014/main" id="{7A3F30D3-C2C2-4EB7-B215-926BFC4DE244}"/>
              </a:ext>
            </a:extLst>
          </p:cNvPr>
          <p:cNvSpPr>
            <a:spLocks xmlns:a="http://schemas.openxmlformats.org/drawingml/2006/main" noGrp="1"/>
          </p:cNvSpPr>
          <p:nvPr/>
        </p:nvSpPr>
        <p:spPr>
          <a:xfrm xmlns:a="http://schemas.openxmlformats.org/drawingml/2006/main">
            <a:off x="781050" y="2390775"/>
            <a:ext cx="152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DbUnit</a:t>
            </a:r>
          </a:p>
        </p:txBody>
      </p:sp>
      <p:sp>
        <p:nvSpPr>
          <p:cNvPr id="17" name="">
            <a:extLst xmlns:a="http://schemas.openxmlformats.org/drawingml/2006/main">
              <a:ext uri="{FF2B5EF4-FFF2-40B4-BE49-F238E27FC236}">
                <a16:creationId xmlns:a16="http://schemas.microsoft.com/office/drawing/2014/main" id="{4CDF8854-0FFF-455B-A004-2C7A2D71DCC4}"/>
              </a:ext>
            </a:extLst>
          </p:cNvPr>
          <p:cNvSpPr>
            <a:spLocks xmlns:a="http://schemas.openxmlformats.org/drawingml/2006/main" noGrp="1"/>
          </p:cNvSpPr>
          <p:nvPr/>
        </p:nvSpPr>
        <p:spPr>
          <a:xfrm xmlns:a="http://schemas.openxmlformats.org/drawingml/2006/main">
            <a:off x="2400300" y="2314575"/>
            <a:ext cx="23812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8" name="">
            <a:extLst xmlns:a="http://schemas.openxmlformats.org/drawingml/2006/main">
              <a:ext uri="{FF2B5EF4-FFF2-40B4-BE49-F238E27FC236}">
                <a16:creationId xmlns:a16="http://schemas.microsoft.com/office/drawing/2014/main" id="{60D827CE-B804-4277-9366-53A41ECC673D}"/>
              </a:ext>
            </a:extLst>
          </p:cNvPr>
          <p:cNvSpPr>
            <a:spLocks xmlns:a="http://schemas.openxmlformats.org/drawingml/2006/main" noGrp="1"/>
          </p:cNvSpPr>
          <p:nvPr/>
        </p:nvSpPr>
        <p:spPr>
          <a:xfrm xmlns:a="http://schemas.openxmlformats.org/drawingml/2006/main">
            <a:off x="2495550" y="2390775"/>
            <a:ext cx="2190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Hỗ trợ qua JDBC</a:t>
            </a:r>
          </a:p>
        </p:txBody>
      </p:sp>
      <p:sp>
        <p:nvSpPr>
          <p:cNvPr id="19" name="">
            <a:extLst xmlns:a="http://schemas.openxmlformats.org/drawingml/2006/main">
              <a:ext uri="{FF2B5EF4-FFF2-40B4-BE49-F238E27FC236}">
                <a16:creationId xmlns:a16="http://schemas.microsoft.com/office/drawing/2014/main" id="{4E8CF08F-E2C5-4784-85AE-B828B91C42A6}"/>
              </a:ext>
            </a:extLst>
          </p:cNvPr>
          <p:cNvSpPr>
            <a:spLocks xmlns:a="http://schemas.openxmlformats.org/drawingml/2006/main" noGrp="1"/>
          </p:cNvSpPr>
          <p:nvPr/>
        </p:nvSpPr>
        <p:spPr>
          <a:xfrm xmlns:a="http://schemas.openxmlformats.org/drawingml/2006/main">
            <a:off x="4781550" y="2314575"/>
            <a:ext cx="2857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0" name="">
            <a:extLst xmlns:a="http://schemas.openxmlformats.org/drawingml/2006/main">
              <a:ext uri="{FF2B5EF4-FFF2-40B4-BE49-F238E27FC236}">
                <a16:creationId xmlns:a16="http://schemas.microsoft.com/office/drawing/2014/main" id="{AC53E943-B511-4A0D-8AED-431077F5B032}"/>
              </a:ext>
            </a:extLst>
          </p:cNvPr>
          <p:cNvSpPr>
            <a:spLocks xmlns:a="http://schemas.openxmlformats.org/drawingml/2006/main" noGrp="1"/>
          </p:cNvSpPr>
          <p:nvPr/>
        </p:nvSpPr>
        <p:spPr>
          <a:xfrm xmlns:a="http://schemas.openxmlformats.org/drawingml/2006/main">
            <a:off x="4876800" y="2390775"/>
            <a:ext cx="266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Không hỗ trợ native</a:t>
            </a:r>
          </a:p>
        </p:txBody>
      </p:sp>
      <p:sp>
        <p:nvSpPr>
          <p:cNvPr id="21" name="">
            <a:extLst xmlns:a="http://schemas.openxmlformats.org/drawingml/2006/main">
              <a:ext uri="{FF2B5EF4-FFF2-40B4-BE49-F238E27FC236}">
                <a16:creationId xmlns:a16="http://schemas.microsoft.com/office/drawing/2014/main" id="{ED372280-F243-48D6-B2B3-0E3EBE25BFA3}"/>
              </a:ext>
            </a:extLst>
          </p:cNvPr>
          <p:cNvSpPr>
            <a:spLocks xmlns:a="http://schemas.openxmlformats.org/drawingml/2006/main" noGrp="1"/>
          </p:cNvSpPr>
          <p:nvPr/>
        </p:nvSpPr>
        <p:spPr>
          <a:xfrm xmlns:a="http://schemas.openxmlformats.org/drawingml/2006/main">
            <a:off x="7639050" y="2314575"/>
            <a:ext cx="38671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2" name="">
            <a:extLst xmlns:a="http://schemas.openxmlformats.org/drawingml/2006/main">
              <a:ext uri="{FF2B5EF4-FFF2-40B4-BE49-F238E27FC236}">
                <a16:creationId xmlns:a16="http://schemas.microsoft.com/office/drawing/2014/main" id="{2D909B09-90B9-4DC7-B0FB-83B869B1A7C7}"/>
              </a:ext>
            </a:extLst>
          </p:cNvPr>
          <p:cNvSpPr>
            <a:spLocks xmlns:a="http://schemas.openxmlformats.org/drawingml/2006/main" noGrp="1"/>
          </p:cNvSpPr>
          <p:nvPr/>
        </p:nvSpPr>
        <p:spPr>
          <a:xfrm xmlns:a="http://schemas.openxmlformats.org/drawingml/2006/main">
            <a:off x="7734300" y="2390775"/>
            <a:ext cx="3676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Dataset và assertion lặp lại được</a:t>
            </a:r>
          </a:p>
        </p:txBody>
      </p:sp>
      <p:sp>
        <p:nvSpPr>
          <p:cNvPr id="23" name="">
            <a:extLst xmlns:a="http://schemas.openxmlformats.org/drawingml/2006/main">
              <a:ext uri="{FF2B5EF4-FFF2-40B4-BE49-F238E27FC236}">
                <a16:creationId xmlns:a16="http://schemas.microsoft.com/office/drawing/2014/main" id="{27F2E369-DE85-4A25-BF44-75176658126C}"/>
              </a:ext>
            </a:extLst>
          </p:cNvPr>
          <p:cNvSpPr>
            <a:spLocks xmlns:a="http://schemas.openxmlformats.org/drawingml/2006/main" noGrp="1"/>
          </p:cNvSpPr>
          <p:nvPr/>
        </p:nvSpPr>
        <p:spPr>
          <a:xfrm xmlns:a="http://schemas.openxmlformats.org/drawingml/2006/main">
            <a:off x="685800" y="3057525"/>
            <a:ext cx="1714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4" name="">
            <a:extLst xmlns:a="http://schemas.openxmlformats.org/drawingml/2006/main">
              <a:ext uri="{FF2B5EF4-FFF2-40B4-BE49-F238E27FC236}">
                <a16:creationId xmlns:a16="http://schemas.microsoft.com/office/drawing/2014/main" id="{C2F2DA6E-B316-4988-853C-9EC1B9097FB4}"/>
              </a:ext>
            </a:extLst>
          </p:cNvPr>
          <p:cNvSpPr>
            <a:spLocks xmlns:a="http://schemas.openxmlformats.org/drawingml/2006/main" noGrp="1"/>
          </p:cNvSpPr>
          <p:nvPr/>
        </p:nvSpPr>
        <p:spPr>
          <a:xfrm xmlns:a="http://schemas.openxmlformats.org/drawingml/2006/main">
            <a:off x="781050" y="3133725"/>
            <a:ext cx="152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Database Rider</a:t>
            </a:r>
          </a:p>
        </p:txBody>
      </p:sp>
      <p:sp>
        <p:nvSpPr>
          <p:cNvPr id="25" name="">
            <a:extLst xmlns:a="http://schemas.openxmlformats.org/drawingml/2006/main">
              <a:ext uri="{FF2B5EF4-FFF2-40B4-BE49-F238E27FC236}">
                <a16:creationId xmlns:a16="http://schemas.microsoft.com/office/drawing/2014/main" id="{EF03F761-F3CD-4617-AA98-D452A98C4383}"/>
              </a:ext>
            </a:extLst>
          </p:cNvPr>
          <p:cNvSpPr>
            <a:spLocks xmlns:a="http://schemas.openxmlformats.org/drawingml/2006/main" noGrp="1"/>
          </p:cNvSpPr>
          <p:nvPr/>
        </p:nvSpPr>
        <p:spPr>
          <a:xfrm xmlns:a="http://schemas.openxmlformats.org/drawingml/2006/main">
            <a:off x="2400300" y="3057525"/>
            <a:ext cx="23812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6" name="">
            <a:extLst xmlns:a="http://schemas.openxmlformats.org/drawingml/2006/main">
              <a:ext uri="{FF2B5EF4-FFF2-40B4-BE49-F238E27FC236}">
                <a16:creationId xmlns:a16="http://schemas.microsoft.com/office/drawing/2014/main" id="{4EAB4276-597C-4404-B68E-3DC27C20FAA5}"/>
              </a:ext>
            </a:extLst>
          </p:cNvPr>
          <p:cNvSpPr>
            <a:spLocks xmlns:a="http://schemas.openxmlformats.org/drawingml/2006/main" noGrp="1"/>
          </p:cNvSpPr>
          <p:nvPr/>
        </p:nvSpPr>
        <p:spPr>
          <a:xfrm xmlns:a="http://schemas.openxmlformats.org/drawingml/2006/main">
            <a:off x="2495550" y="3133725"/>
            <a:ext cx="2190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Hỗ trợ qua DbUnit</a:t>
            </a:r>
          </a:p>
        </p:txBody>
      </p:sp>
      <p:sp>
        <p:nvSpPr>
          <p:cNvPr id="27" name="">
            <a:extLst xmlns:a="http://schemas.openxmlformats.org/drawingml/2006/main">
              <a:ext uri="{FF2B5EF4-FFF2-40B4-BE49-F238E27FC236}">
                <a16:creationId xmlns:a16="http://schemas.microsoft.com/office/drawing/2014/main" id="{2464C7CB-407B-4F53-8AB3-C48AD9A64971}"/>
              </a:ext>
            </a:extLst>
          </p:cNvPr>
          <p:cNvSpPr>
            <a:spLocks xmlns:a="http://schemas.openxmlformats.org/drawingml/2006/main" noGrp="1"/>
          </p:cNvSpPr>
          <p:nvPr/>
        </p:nvSpPr>
        <p:spPr>
          <a:xfrm xmlns:a="http://schemas.openxmlformats.org/drawingml/2006/main">
            <a:off x="4781550" y="3057525"/>
            <a:ext cx="2857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8" name="">
            <a:extLst xmlns:a="http://schemas.openxmlformats.org/drawingml/2006/main">
              <a:ext uri="{FF2B5EF4-FFF2-40B4-BE49-F238E27FC236}">
                <a16:creationId xmlns:a16="http://schemas.microsoft.com/office/drawing/2014/main" id="{5B18E34C-C934-41E3-84A4-A757645B9493}"/>
              </a:ext>
            </a:extLst>
          </p:cNvPr>
          <p:cNvSpPr>
            <a:spLocks xmlns:a="http://schemas.openxmlformats.org/drawingml/2006/main" noGrp="1"/>
          </p:cNvSpPr>
          <p:nvPr/>
        </p:nvSpPr>
        <p:spPr>
          <a:xfrm xmlns:a="http://schemas.openxmlformats.org/drawingml/2006/main">
            <a:off x="4876800" y="3133725"/>
            <a:ext cx="266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Không hỗ trợ native</a:t>
            </a:r>
          </a:p>
        </p:txBody>
      </p:sp>
      <p:sp>
        <p:nvSpPr>
          <p:cNvPr id="29" name="">
            <a:extLst xmlns:a="http://schemas.openxmlformats.org/drawingml/2006/main">
              <a:ext uri="{FF2B5EF4-FFF2-40B4-BE49-F238E27FC236}">
                <a16:creationId xmlns:a16="http://schemas.microsoft.com/office/drawing/2014/main" id="{34A4B0C0-C688-4D87-91BB-9DC5EAD992C5}"/>
              </a:ext>
            </a:extLst>
          </p:cNvPr>
          <p:cNvSpPr>
            <a:spLocks xmlns:a="http://schemas.openxmlformats.org/drawingml/2006/main" noGrp="1"/>
          </p:cNvSpPr>
          <p:nvPr/>
        </p:nvSpPr>
        <p:spPr>
          <a:xfrm xmlns:a="http://schemas.openxmlformats.org/drawingml/2006/main">
            <a:off x="7639050" y="3057525"/>
            <a:ext cx="38671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0" name="">
            <a:extLst xmlns:a="http://schemas.openxmlformats.org/drawingml/2006/main">
              <a:ext uri="{FF2B5EF4-FFF2-40B4-BE49-F238E27FC236}">
                <a16:creationId xmlns:a16="http://schemas.microsoft.com/office/drawing/2014/main" id="{EE38D5BB-8385-4629-80E5-AB25578C85DF}"/>
              </a:ext>
            </a:extLst>
          </p:cNvPr>
          <p:cNvSpPr>
            <a:spLocks xmlns:a="http://schemas.openxmlformats.org/drawingml/2006/main" noGrp="1"/>
          </p:cNvSpPr>
          <p:nvPr/>
        </p:nvSpPr>
        <p:spPr>
          <a:xfrm xmlns:a="http://schemas.openxmlformats.org/drawingml/2006/main">
            <a:off x="7734300" y="3133725"/>
            <a:ext cx="3676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Test annotation dễ bảo trì</a:t>
            </a:r>
          </a:p>
        </p:txBody>
      </p:sp>
      <p:sp>
        <p:nvSpPr>
          <p:cNvPr id="31" name="">
            <a:extLst xmlns:a="http://schemas.openxmlformats.org/drawingml/2006/main">
              <a:ext uri="{FF2B5EF4-FFF2-40B4-BE49-F238E27FC236}">
                <a16:creationId xmlns:a16="http://schemas.microsoft.com/office/drawing/2014/main" id="{3EA03C9C-57CF-463F-8ED0-7181098FA1AD}"/>
              </a:ext>
            </a:extLst>
          </p:cNvPr>
          <p:cNvSpPr>
            <a:spLocks xmlns:a="http://schemas.openxmlformats.org/drawingml/2006/main" noGrp="1"/>
          </p:cNvSpPr>
          <p:nvPr/>
        </p:nvSpPr>
        <p:spPr>
          <a:xfrm xmlns:a="http://schemas.openxmlformats.org/drawingml/2006/main">
            <a:off x="685800" y="3800475"/>
            <a:ext cx="1714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2" name="">
            <a:extLst xmlns:a="http://schemas.openxmlformats.org/drawingml/2006/main">
              <a:ext uri="{FF2B5EF4-FFF2-40B4-BE49-F238E27FC236}">
                <a16:creationId xmlns:a16="http://schemas.microsoft.com/office/drawing/2014/main" id="{428F19C4-5EEF-42DF-ADAB-85BDD9717E17}"/>
              </a:ext>
            </a:extLst>
          </p:cNvPr>
          <p:cNvSpPr>
            <a:spLocks xmlns:a="http://schemas.openxmlformats.org/drawingml/2006/main" noGrp="1"/>
          </p:cNvSpPr>
          <p:nvPr/>
        </p:nvSpPr>
        <p:spPr>
          <a:xfrm xmlns:a="http://schemas.openxmlformats.org/drawingml/2006/main">
            <a:off x="781050" y="3876675"/>
            <a:ext cx="152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Tonic Structural</a:t>
            </a:r>
          </a:p>
        </p:txBody>
      </p:sp>
      <p:sp>
        <p:nvSpPr>
          <p:cNvPr id="33" name="">
            <a:extLst xmlns:a="http://schemas.openxmlformats.org/drawingml/2006/main">
              <a:ext uri="{FF2B5EF4-FFF2-40B4-BE49-F238E27FC236}">
                <a16:creationId xmlns:a16="http://schemas.microsoft.com/office/drawing/2014/main" id="{5082F7CD-E072-460C-8593-6B88FD15D618}"/>
              </a:ext>
            </a:extLst>
          </p:cNvPr>
          <p:cNvSpPr>
            <a:spLocks xmlns:a="http://schemas.openxmlformats.org/drawingml/2006/main" noGrp="1"/>
          </p:cNvSpPr>
          <p:nvPr/>
        </p:nvSpPr>
        <p:spPr>
          <a:xfrm xmlns:a="http://schemas.openxmlformats.org/drawingml/2006/main">
            <a:off x="2400300" y="3800475"/>
            <a:ext cx="23812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4" name="">
            <a:extLst xmlns:a="http://schemas.openxmlformats.org/drawingml/2006/main">
              <a:ext uri="{FF2B5EF4-FFF2-40B4-BE49-F238E27FC236}">
                <a16:creationId xmlns:a16="http://schemas.microsoft.com/office/drawing/2014/main" id="{B38B6574-8B27-4D62-8CC2-16150BD8879F}"/>
              </a:ext>
            </a:extLst>
          </p:cNvPr>
          <p:cNvSpPr>
            <a:spLocks xmlns:a="http://schemas.openxmlformats.org/drawingml/2006/main" noGrp="1"/>
          </p:cNvSpPr>
          <p:nvPr/>
        </p:nvSpPr>
        <p:spPr>
          <a:xfrm xmlns:a="http://schemas.openxmlformats.org/drawingml/2006/main">
            <a:off x="2495550" y="3876675"/>
            <a:ext cx="2190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Có connector hỗ trợ</a:t>
            </a:r>
          </a:p>
        </p:txBody>
      </p:sp>
      <p:sp>
        <p:nvSpPr>
          <p:cNvPr id="35" name="">
            <a:extLst xmlns:a="http://schemas.openxmlformats.org/drawingml/2006/main">
              <a:ext uri="{FF2B5EF4-FFF2-40B4-BE49-F238E27FC236}">
                <a16:creationId xmlns:a16="http://schemas.microsoft.com/office/drawing/2014/main" id="{48972F0B-76C3-422B-94AD-EF9DED2F0AA8}"/>
              </a:ext>
            </a:extLst>
          </p:cNvPr>
          <p:cNvSpPr>
            <a:spLocks xmlns:a="http://schemas.openxmlformats.org/drawingml/2006/main" noGrp="1"/>
          </p:cNvSpPr>
          <p:nvPr/>
        </p:nvSpPr>
        <p:spPr>
          <a:xfrm xmlns:a="http://schemas.openxmlformats.org/drawingml/2006/main">
            <a:off x="4781550" y="3800475"/>
            <a:ext cx="285750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6" name="">
            <a:extLst xmlns:a="http://schemas.openxmlformats.org/drawingml/2006/main">
              <a:ext uri="{FF2B5EF4-FFF2-40B4-BE49-F238E27FC236}">
                <a16:creationId xmlns:a16="http://schemas.microsoft.com/office/drawing/2014/main" id="{38668AD6-C05E-48E7-AC26-5E4A7C57B2CE}"/>
              </a:ext>
            </a:extLst>
          </p:cNvPr>
          <p:cNvSpPr>
            <a:spLocks xmlns:a="http://schemas.openxmlformats.org/drawingml/2006/main" noGrp="1"/>
          </p:cNvSpPr>
          <p:nvPr/>
        </p:nvSpPr>
        <p:spPr>
          <a:xfrm xmlns:a="http://schemas.openxmlformats.org/drawingml/2006/main">
            <a:off x="4876800" y="3876675"/>
            <a:ext cx="266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MongoDB, DynamoDB</a:t>
            </a:r>
          </a:p>
        </p:txBody>
      </p:sp>
      <p:sp>
        <p:nvSpPr>
          <p:cNvPr id="37" name="">
            <a:extLst xmlns:a="http://schemas.openxmlformats.org/drawingml/2006/main">
              <a:ext uri="{FF2B5EF4-FFF2-40B4-BE49-F238E27FC236}">
                <a16:creationId xmlns:a16="http://schemas.microsoft.com/office/drawing/2014/main" id="{1CE5753F-874A-437F-A23B-069D2A910EE9}"/>
              </a:ext>
            </a:extLst>
          </p:cNvPr>
          <p:cNvSpPr>
            <a:spLocks xmlns:a="http://schemas.openxmlformats.org/drawingml/2006/main" noGrp="1"/>
          </p:cNvSpPr>
          <p:nvPr/>
        </p:nvSpPr>
        <p:spPr>
          <a:xfrm xmlns:a="http://schemas.openxmlformats.org/drawingml/2006/main">
            <a:off x="7639050" y="3800475"/>
            <a:ext cx="38671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8" name="">
            <a:extLst xmlns:a="http://schemas.openxmlformats.org/drawingml/2006/main">
              <a:ext uri="{FF2B5EF4-FFF2-40B4-BE49-F238E27FC236}">
                <a16:creationId xmlns:a16="http://schemas.microsoft.com/office/drawing/2014/main" id="{3DACFA76-089F-4E00-81B8-671F5018060E}"/>
              </a:ext>
            </a:extLst>
          </p:cNvPr>
          <p:cNvSpPr>
            <a:spLocks xmlns:a="http://schemas.openxmlformats.org/drawingml/2006/main" noGrp="1"/>
          </p:cNvSpPr>
          <p:nvPr/>
        </p:nvSpPr>
        <p:spPr>
          <a:xfrm xmlns:a="http://schemas.openxmlformats.org/drawingml/2006/main">
            <a:off x="7734300" y="3876675"/>
            <a:ext cx="3676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Dữ liệu được tạo hoặc che giấu</a:t>
            </a:r>
          </a:p>
        </p:txBody>
      </p:sp>
      <p:sp>
        <p:nvSpPr>
          <p:cNvPr id="39" name="">
            <a:extLst xmlns:a="http://schemas.openxmlformats.org/drawingml/2006/main">
              <a:ext uri="{FF2B5EF4-FFF2-40B4-BE49-F238E27FC236}">
                <a16:creationId xmlns:a16="http://schemas.microsoft.com/office/drawing/2014/main" id="{7B523F28-6EA1-4DE9-9724-5944EE22F105}"/>
              </a:ext>
            </a:extLst>
          </p:cNvPr>
          <p:cNvSpPr>
            <a:spLocks xmlns:a="http://schemas.openxmlformats.org/drawingml/2006/main" noGrp="1"/>
          </p:cNvSpPr>
          <p:nvPr/>
        </p:nvSpPr>
        <p:spPr>
          <a:xfrm xmlns:a="http://schemas.openxmlformats.org/drawingml/2006/main">
            <a:off x="685800" y="4857750"/>
            <a:ext cx="57150" cy="8001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2610CA7F-B156-4E77-BC45-8D6A95762FAE}"/>
              </a:ext>
            </a:extLst>
          </p:cNvPr>
          <p:cNvSpPr>
            <a:spLocks xmlns:a="http://schemas.openxmlformats.org/drawingml/2006/main" noGrp="1"/>
          </p:cNvSpPr>
          <p:nvPr/>
        </p:nvSpPr>
        <p:spPr>
          <a:xfrm xmlns:a="http://schemas.openxmlformats.org/drawingml/2006/main">
            <a:off x="971550" y="495300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0">
                <a:solidFill>
                  <a:srgbClr val="123B67"/>
                </a:solidFill>
              </a:defRPr>
            </a:pPr>
            <a:r>
              <a:rPr sz="2100" b="0">
                <a:solidFill>
                  <a:srgbClr val="123B67"/>
                </a:solidFill>
              </a:rPr>
              <a:t>Tonic chuẩn bị dữ liệu. Một framework kiểm thử riêng vẫn phải chứng minh ứng dụng hoạt động đúng.</a:t>
            </a:r>
          </a:p>
        </p:txBody>
      </p:sp>
      <p:sp>
        <p:nvSpPr>
          <p:cNvPr id="41" name="">
            <a:extLst xmlns:a="http://schemas.openxmlformats.org/drawingml/2006/main">
              <a:ext uri="{FF2B5EF4-FFF2-40B4-BE49-F238E27FC236}">
                <a16:creationId xmlns:a16="http://schemas.microsoft.com/office/drawing/2014/main" id="{75239EFC-306B-49C6-BE51-59B1FE75FFEC}"/>
              </a:ext>
            </a:extLst>
          </p:cNvPr>
          <p:cNvSpPr>
            <a:spLocks xmlns:a="http://schemas.openxmlformats.org/drawingml/2006/main" noGrp="1"/>
          </p:cNvSpPr>
          <p:nvPr/>
        </p:nvSpPr>
        <p:spPr>
          <a:xfrm xmlns:a="http://schemas.openxmlformats.org/drawingml/2006/main">
            <a:off x="685800" y="6048375"/>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975" b="0">
                <a:solidFill>
                  <a:srgbClr val="526579"/>
                </a:solidFill>
              </a:defRPr>
            </a:pPr>
            <a:r>
              <a:rPr sz="975" b="0">
                <a:solidFill>
                  <a:srgbClr val="526579"/>
                </a:solidFill>
              </a:rPr>
              <a:t>Nguồn: dbunit.sourceforge.net · database-rider.github.io · docs.tonic.ai</a:t>
            </a:r>
          </a:p>
        </p:txBody>
      </p:sp>
    </p:spTree>
    <p:extLst>
      <p:ext uri="{BB962C8B-B14F-4D97-AF65-F5344CB8AC3E}">
        <p14:creationId xmlns:p14="http://schemas.microsoft.com/office/powerpoint/2010/main" val="1574038926"/>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238E42E-0942-493D-A2DB-46B8A4D3E562}"/>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0A7CBEC-C6F8-40C1-9533-41687E07E62E}"/>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CÔNG CỤ 1</a:t>
            </a:r>
          </a:p>
        </p:txBody>
      </p:sp>
      <p:sp>
        <p:nvSpPr>
          <p:cNvPr id="3" name="">
            <a:extLst xmlns:a="http://schemas.openxmlformats.org/drawingml/2006/main">
              <a:ext uri="{FF2B5EF4-FFF2-40B4-BE49-F238E27FC236}">
                <a16:creationId xmlns:a16="http://schemas.microsoft.com/office/drawing/2014/main" id="{6EF3FD50-753A-4B8E-92B1-4B07B600C675}"/>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DbUnit giúp trạng thái dữ liệu trở nên xác định</a:t>
            </a:r>
          </a:p>
        </p:txBody>
      </p:sp>
      <p:sp>
        <p:nvSpPr>
          <p:cNvPr id="4" name="">
            <a:extLst xmlns:a="http://schemas.openxmlformats.org/drawingml/2006/main">
              <a:ext uri="{FF2B5EF4-FFF2-40B4-BE49-F238E27FC236}">
                <a16:creationId xmlns:a16="http://schemas.microsoft.com/office/drawing/2014/main" id="{6C91FB98-B34B-45AD-9153-745C135E5381}"/>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Trạng thái biết trước</a:t>
            </a:r>
          </a:p>
        </p:txBody>
      </p:sp>
      <p:sp>
        <p:nvSpPr>
          <p:cNvPr id="5" name="">
            <a:extLst xmlns:a="http://schemas.openxmlformats.org/drawingml/2006/main">
              <a:ext uri="{FF2B5EF4-FFF2-40B4-BE49-F238E27FC236}">
                <a16:creationId xmlns:a16="http://schemas.microsoft.com/office/drawing/2014/main" id="{C2C81257-6892-4A50-8D66-EF48F2DBEDF5}"/>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7 / 16</a:t>
            </a:r>
          </a:p>
        </p:txBody>
      </p:sp>
      <p:sp>
        <p:nvSpPr>
          <p:cNvPr id="6" name="">
            <a:extLst xmlns:a="http://schemas.openxmlformats.org/drawingml/2006/main">
              <a:ext uri="{FF2B5EF4-FFF2-40B4-BE49-F238E27FC236}">
                <a16:creationId xmlns:a16="http://schemas.microsoft.com/office/drawing/2014/main" id="{FB3821BD-E9CA-4F2B-9005-DE8A4AF9A1CF}"/>
              </a:ext>
            </a:extLst>
          </p:cNvPr>
          <p:cNvSpPr>
            <a:spLocks xmlns:a="http://schemas.openxmlformats.org/drawingml/2006/main" noGrp="1"/>
          </p:cNvSpPr>
          <p:nvPr/>
        </p:nvSpPr>
        <p:spPr>
          <a:xfrm xmlns:a="http://schemas.openxmlformats.org/drawingml/2006/main">
            <a:off x="0" y="6810375"/>
            <a:ext cx="6562725"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2FC5589-181F-4ACB-B485-7D6EE39B0424}"/>
              </a:ext>
            </a:extLst>
          </p:cNvPr>
          <p:cNvSpPr>
            <a:spLocks xmlns:a="http://schemas.openxmlformats.org/drawingml/2006/main" noGrp="1"/>
          </p:cNvSpPr>
          <p:nvPr/>
        </p:nvSpPr>
        <p:spPr>
          <a:xfrm xmlns:a="http://schemas.openxmlformats.org/drawingml/2006/main">
            <a:off x="685800" y="1809750"/>
            <a:ext cx="4953000" cy="385762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1e20a7b72f8142b3"/>
          <a:stretch xmlns:a="http://schemas.openxmlformats.org/drawingml/2006/main"/>
        </p:blipFill>
        <p:spPr>
          <a:xfrm xmlns:a="http://schemas.openxmlformats.org/drawingml/2006/main">
            <a:off x="762000" y="2938463"/>
            <a:ext cx="4800600" cy="16002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5C425C0-407A-4D76-A828-1D51DBE623E7}"/>
              </a:ext>
            </a:extLst>
          </p:cNvPr>
          <p:cNvSpPr>
            <a:spLocks xmlns:a="http://schemas.openxmlformats.org/drawingml/2006/main" noGrp="1"/>
          </p:cNvSpPr>
          <p:nvPr/>
        </p:nvSpPr>
        <p:spPr>
          <a:xfrm xmlns:a="http://schemas.openxmlformats.org/drawingml/2006/main">
            <a:off x="6096000" y="2143125"/>
            <a:ext cx="23812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0" name="">
            <a:extLst xmlns:a="http://schemas.openxmlformats.org/drawingml/2006/main">
              <a:ext uri="{FF2B5EF4-FFF2-40B4-BE49-F238E27FC236}">
                <a16:creationId xmlns:a16="http://schemas.microsoft.com/office/drawing/2014/main" id="{50FDDF38-9169-430A-8192-3D3B6DBE58EA}"/>
              </a:ext>
            </a:extLst>
          </p:cNvPr>
          <p:cNvSpPr>
            <a:spLocks xmlns:a="http://schemas.openxmlformats.org/drawingml/2006/main" noGrp="1"/>
          </p:cNvSpPr>
          <p:nvPr/>
        </p:nvSpPr>
        <p:spPr>
          <a:xfrm xmlns:a="http://schemas.openxmlformats.org/drawingml/2006/main">
            <a:off x="6096000" y="3200400"/>
            <a:ext cx="238125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E5D525A-6283-4789-BB98-FD8B7E25E3C7}"/>
              </a:ext>
            </a:extLst>
          </p:cNvPr>
          <p:cNvSpPr>
            <a:spLocks xmlns:a="http://schemas.openxmlformats.org/drawingml/2006/main" noGrp="1"/>
          </p:cNvSpPr>
          <p:nvPr/>
        </p:nvSpPr>
        <p:spPr>
          <a:xfrm xmlns:a="http://schemas.openxmlformats.org/drawingml/2006/main">
            <a:off x="6267450" y="23145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Nạp</a:t>
            </a:r>
          </a:p>
        </p:txBody>
      </p:sp>
      <p:sp>
        <p:nvSpPr>
          <p:cNvPr id="12" name="">
            <a:extLst xmlns:a="http://schemas.openxmlformats.org/drawingml/2006/main">
              <a:ext uri="{FF2B5EF4-FFF2-40B4-BE49-F238E27FC236}">
                <a16:creationId xmlns:a16="http://schemas.microsoft.com/office/drawing/2014/main" id="{A752559F-4508-45EC-ABE8-6B7DB5907E8C}"/>
              </a:ext>
            </a:extLst>
          </p:cNvPr>
          <p:cNvSpPr>
            <a:spLocks xmlns:a="http://schemas.openxmlformats.org/drawingml/2006/main" noGrp="1"/>
          </p:cNvSpPr>
          <p:nvPr/>
        </p:nvSpPr>
        <p:spPr>
          <a:xfrm xmlns:a="http://schemas.openxmlformats.org/drawingml/2006/main">
            <a:off x="6267450" y="269557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Đọc dataset XML</a:t>
            </a:r>
          </a:p>
        </p:txBody>
      </p:sp>
      <p:sp>
        <p:nvSpPr>
          <p:cNvPr id="13" name="">
            <a:extLst xmlns:a="http://schemas.openxmlformats.org/drawingml/2006/main">
              <a:ext uri="{FF2B5EF4-FFF2-40B4-BE49-F238E27FC236}">
                <a16:creationId xmlns:a16="http://schemas.microsoft.com/office/drawing/2014/main" id="{A675E411-2D71-4349-9A01-9DBF127358FA}"/>
              </a:ext>
            </a:extLst>
          </p:cNvPr>
          <p:cNvSpPr>
            <a:spLocks xmlns:a="http://schemas.openxmlformats.org/drawingml/2006/main" noGrp="1"/>
          </p:cNvSpPr>
          <p:nvPr/>
        </p:nvSpPr>
        <p:spPr>
          <a:xfrm xmlns:a="http://schemas.openxmlformats.org/drawingml/2006/main">
            <a:off x="8763000" y="2143125"/>
            <a:ext cx="23812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4" name="">
            <a:extLst xmlns:a="http://schemas.openxmlformats.org/drawingml/2006/main">
              <a:ext uri="{FF2B5EF4-FFF2-40B4-BE49-F238E27FC236}">
                <a16:creationId xmlns:a16="http://schemas.microsoft.com/office/drawing/2014/main" id="{1491C253-B064-4DA8-ABB2-E451FAF7E47B}"/>
              </a:ext>
            </a:extLst>
          </p:cNvPr>
          <p:cNvSpPr>
            <a:spLocks xmlns:a="http://schemas.openxmlformats.org/drawingml/2006/main" noGrp="1"/>
          </p:cNvSpPr>
          <p:nvPr/>
        </p:nvSpPr>
        <p:spPr>
          <a:xfrm xmlns:a="http://schemas.openxmlformats.org/drawingml/2006/main">
            <a:off x="8763000" y="3200400"/>
            <a:ext cx="238125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218C68E-5A5B-422A-9B85-6D820E8F0F65}"/>
              </a:ext>
            </a:extLst>
          </p:cNvPr>
          <p:cNvSpPr>
            <a:spLocks xmlns:a="http://schemas.openxmlformats.org/drawingml/2006/main" noGrp="1"/>
          </p:cNvSpPr>
          <p:nvPr/>
        </p:nvSpPr>
        <p:spPr>
          <a:xfrm xmlns:a="http://schemas.openxmlformats.org/drawingml/2006/main">
            <a:off x="8934450" y="23145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Khởi tạo lại</a:t>
            </a:r>
          </a:p>
        </p:txBody>
      </p:sp>
      <p:sp>
        <p:nvSpPr>
          <p:cNvPr id="16" name="">
            <a:extLst xmlns:a="http://schemas.openxmlformats.org/drawingml/2006/main">
              <a:ext uri="{FF2B5EF4-FFF2-40B4-BE49-F238E27FC236}">
                <a16:creationId xmlns:a16="http://schemas.microsoft.com/office/drawing/2014/main" id="{B40DC548-FC1C-48D2-B0FC-714DBF9FB815}"/>
              </a:ext>
            </a:extLst>
          </p:cNvPr>
          <p:cNvSpPr>
            <a:spLocks xmlns:a="http://schemas.openxmlformats.org/drawingml/2006/main" noGrp="1"/>
          </p:cNvSpPr>
          <p:nvPr/>
        </p:nvSpPr>
        <p:spPr>
          <a:xfrm xmlns:a="http://schemas.openxmlformats.org/drawingml/2006/main">
            <a:off x="8934450" y="269557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CLEAN_INSERT</a:t>
            </a:r>
          </a:p>
        </p:txBody>
      </p:sp>
      <p:sp>
        <p:nvSpPr>
          <p:cNvPr id="17" name="">
            <a:extLst xmlns:a="http://schemas.openxmlformats.org/drawingml/2006/main">
              <a:ext uri="{FF2B5EF4-FFF2-40B4-BE49-F238E27FC236}">
                <a16:creationId xmlns:a16="http://schemas.microsoft.com/office/drawing/2014/main" id="{D9AC6FD9-49C2-4B65-818E-92FA19A90B7F}"/>
              </a:ext>
            </a:extLst>
          </p:cNvPr>
          <p:cNvSpPr>
            <a:spLocks xmlns:a="http://schemas.openxmlformats.org/drawingml/2006/main" noGrp="1"/>
          </p:cNvSpPr>
          <p:nvPr/>
        </p:nvSpPr>
        <p:spPr>
          <a:xfrm xmlns:a="http://schemas.openxmlformats.org/drawingml/2006/main">
            <a:off x="6096000" y="3524250"/>
            <a:ext cx="23812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8" name="">
            <a:extLst xmlns:a="http://schemas.openxmlformats.org/drawingml/2006/main">
              <a:ext uri="{FF2B5EF4-FFF2-40B4-BE49-F238E27FC236}">
                <a16:creationId xmlns:a16="http://schemas.microsoft.com/office/drawing/2014/main" id="{5646D13D-024C-4029-AF9A-CF66D7E7BADF}"/>
              </a:ext>
            </a:extLst>
          </p:cNvPr>
          <p:cNvSpPr>
            <a:spLocks xmlns:a="http://schemas.openxmlformats.org/drawingml/2006/main" noGrp="1"/>
          </p:cNvSpPr>
          <p:nvPr/>
        </p:nvSpPr>
        <p:spPr>
          <a:xfrm xmlns:a="http://schemas.openxmlformats.org/drawingml/2006/main">
            <a:off x="6096000" y="4581525"/>
            <a:ext cx="238125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016A804-CF37-4A6E-B248-4328E4A27C2E}"/>
              </a:ext>
            </a:extLst>
          </p:cNvPr>
          <p:cNvSpPr>
            <a:spLocks xmlns:a="http://schemas.openxmlformats.org/drawingml/2006/main" noGrp="1"/>
          </p:cNvSpPr>
          <p:nvPr/>
        </p:nvSpPr>
        <p:spPr>
          <a:xfrm xmlns:a="http://schemas.openxmlformats.org/drawingml/2006/main">
            <a:off x="6267450" y="36957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Thực thi</a:t>
            </a:r>
          </a:p>
        </p:txBody>
      </p:sp>
      <p:sp>
        <p:nvSpPr>
          <p:cNvPr id="20" name="">
            <a:extLst xmlns:a="http://schemas.openxmlformats.org/drawingml/2006/main">
              <a:ext uri="{FF2B5EF4-FFF2-40B4-BE49-F238E27FC236}">
                <a16:creationId xmlns:a16="http://schemas.microsoft.com/office/drawing/2014/main" id="{1BCFC202-4618-4ECB-9666-55A3C417AC76}"/>
              </a:ext>
            </a:extLst>
          </p:cNvPr>
          <p:cNvSpPr>
            <a:spLocks xmlns:a="http://schemas.openxmlformats.org/drawingml/2006/main" noGrp="1"/>
          </p:cNvSpPr>
          <p:nvPr/>
        </p:nvSpPr>
        <p:spPr>
          <a:xfrm xmlns:a="http://schemas.openxmlformats.org/drawingml/2006/main">
            <a:off x="6267450" y="4076700"/>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Chạy hành động ứng dụng</a:t>
            </a:r>
          </a:p>
        </p:txBody>
      </p:sp>
      <p:sp>
        <p:nvSpPr>
          <p:cNvPr id="21" name="">
            <a:extLst xmlns:a="http://schemas.openxmlformats.org/drawingml/2006/main">
              <a:ext uri="{FF2B5EF4-FFF2-40B4-BE49-F238E27FC236}">
                <a16:creationId xmlns:a16="http://schemas.microsoft.com/office/drawing/2014/main" id="{BACA6512-4B1A-495F-A11A-C2FF453A7F93}"/>
              </a:ext>
            </a:extLst>
          </p:cNvPr>
          <p:cNvSpPr>
            <a:spLocks xmlns:a="http://schemas.openxmlformats.org/drawingml/2006/main" noGrp="1"/>
          </p:cNvSpPr>
          <p:nvPr/>
        </p:nvSpPr>
        <p:spPr>
          <a:xfrm xmlns:a="http://schemas.openxmlformats.org/drawingml/2006/main">
            <a:off x="8763000" y="3524250"/>
            <a:ext cx="23812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2" name="">
            <a:extLst xmlns:a="http://schemas.openxmlformats.org/drawingml/2006/main">
              <a:ext uri="{FF2B5EF4-FFF2-40B4-BE49-F238E27FC236}">
                <a16:creationId xmlns:a16="http://schemas.microsoft.com/office/drawing/2014/main" id="{014FF30F-7E59-4273-B7D2-6DC2FE2A8D19}"/>
              </a:ext>
            </a:extLst>
          </p:cNvPr>
          <p:cNvSpPr>
            <a:spLocks xmlns:a="http://schemas.openxmlformats.org/drawingml/2006/main" noGrp="1"/>
          </p:cNvSpPr>
          <p:nvPr/>
        </p:nvSpPr>
        <p:spPr>
          <a:xfrm xmlns:a="http://schemas.openxmlformats.org/drawingml/2006/main">
            <a:off x="8763000" y="4581525"/>
            <a:ext cx="238125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13807B-B3AF-4006-8C0C-FA35ED1F3FCD}"/>
              </a:ext>
            </a:extLst>
          </p:cNvPr>
          <p:cNvSpPr>
            <a:spLocks xmlns:a="http://schemas.openxmlformats.org/drawingml/2006/main" noGrp="1"/>
          </p:cNvSpPr>
          <p:nvPr/>
        </p:nvSpPr>
        <p:spPr>
          <a:xfrm xmlns:a="http://schemas.openxmlformats.org/drawingml/2006/main">
            <a:off x="8934450" y="36957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Xác minh</a:t>
            </a:r>
          </a:p>
        </p:txBody>
      </p:sp>
      <p:sp>
        <p:nvSpPr>
          <p:cNvPr id="24" name="">
            <a:extLst xmlns:a="http://schemas.openxmlformats.org/drawingml/2006/main">
              <a:ext uri="{FF2B5EF4-FFF2-40B4-BE49-F238E27FC236}">
                <a16:creationId xmlns:a16="http://schemas.microsoft.com/office/drawing/2014/main" id="{AA016E35-BF3D-434C-A01C-656C1E90CBA4}"/>
              </a:ext>
            </a:extLst>
          </p:cNvPr>
          <p:cNvSpPr>
            <a:spLocks xmlns:a="http://schemas.openxmlformats.org/drawingml/2006/main" noGrp="1"/>
          </p:cNvSpPr>
          <p:nvPr/>
        </p:nvSpPr>
        <p:spPr>
          <a:xfrm xmlns:a="http://schemas.openxmlformats.org/drawingml/2006/main">
            <a:off x="8934450" y="4076700"/>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So sánh trạng thái dữ liệu</a:t>
            </a:r>
          </a:p>
        </p:txBody>
      </p:sp>
      <p:sp>
        <p:nvSpPr>
          <p:cNvPr id="25" name="">
            <a:extLst xmlns:a="http://schemas.openxmlformats.org/drawingml/2006/main">
              <a:ext uri="{FF2B5EF4-FFF2-40B4-BE49-F238E27FC236}">
                <a16:creationId xmlns:a16="http://schemas.microsoft.com/office/drawing/2014/main" id="{5A4F80FA-6862-4291-ABFC-96314734D497}"/>
              </a:ext>
            </a:extLst>
          </p:cNvPr>
          <p:cNvSpPr>
            <a:spLocks xmlns:a="http://schemas.openxmlformats.org/drawingml/2006/main" noGrp="1"/>
          </p:cNvSpPr>
          <p:nvPr/>
        </p:nvSpPr>
        <p:spPr>
          <a:xfrm xmlns:a="http://schemas.openxmlformats.org/drawingml/2006/main">
            <a:off x="6096000" y="5000625"/>
            <a:ext cx="504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172033"/>
                </a:solidFill>
              </a:defRPr>
            </a:pPr>
            <a:r>
              <a:rPr sz="1425" b="1">
                <a:solidFill>
                  <a:srgbClr val="172033"/>
                </a:solidFill>
              </a:rPr>
              <a:t>Phù hợp nhất: unit test và integration test ổn định cho CSDL quan hệ.</a:t>
            </a:r>
          </a:p>
        </p:txBody>
      </p:sp>
    </p:spTree>
    <p:extLst>
      <p:ext uri="{BB962C8B-B14F-4D97-AF65-F5344CB8AC3E}">
        <p14:creationId xmlns:p14="http://schemas.microsoft.com/office/powerpoint/2010/main" val="918835774"/>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6B9D7A-1F11-4A16-9A12-3737B7623DCB}"/>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FFEBDF8-5A26-41CC-B844-8884AC7E3627}"/>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CÔNG CỤ 2</a:t>
            </a:r>
          </a:p>
        </p:txBody>
      </p:sp>
      <p:sp>
        <p:nvSpPr>
          <p:cNvPr id="3" name="">
            <a:extLst xmlns:a="http://schemas.openxmlformats.org/drawingml/2006/main">
              <a:ext uri="{FF2B5EF4-FFF2-40B4-BE49-F238E27FC236}">
                <a16:creationId xmlns:a16="http://schemas.microsoft.com/office/drawing/2014/main" id="{9094949E-CA1B-4338-8037-12C8D7E442C5}"/>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Database Rider giảm phần mã thiết lập lặp lại</a:t>
            </a:r>
          </a:p>
        </p:txBody>
      </p:sp>
      <p:sp>
        <p:nvSpPr>
          <p:cNvPr id="4" name="">
            <a:extLst xmlns:a="http://schemas.openxmlformats.org/drawingml/2006/main">
              <a:ext uri="{FF2B5EF4-FFF2-40B4-BE49-F238E27FC236}">
                <a16:creationId xmlns:a16="http://schemas.microsoft.com/office/drawing/2014/main" id="{4518B610-9F3E-45A4-8FB2-C1FE208DC483}"/>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Test dễ bảo trì</a:t>
            </a:r>
          </a:p>
        </p:txBody>
      </p:sp>
      <p:sp>
        <p:nvSpPr>
          <p:cNvPr id="5" name="">
            <a:extLst xmlns:a="http://schemas.openxmlformats.org/drawingml/2006/main">
              <a:ext uri="{FF2B5EF4-FFF2-40B4-BE49-F238E27FC236}">
                <a16:creationId xmlns:a16="http://schemas.microsoft.com/office/drawing/2014/main" id="{ABF28043-ED19-433C-AFF7-C0D4EABDCF81}"/>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8 / 16</a:t>
            </a:r>
          </a:p>
        </p:txBody>
      </p:sp>
      <p:sp>
        <p:nvSpPr>
          <p:cNvPr id="6" name="">
            <a:extLst xmlns:a="http://schemas.openxmlformats.org/drawingml/2006/main">
              <a:ext uri="{FF2B5EF4-FFF2-40B4-BE49-F238E27FC236}">
                <a16:creationId xmlns:a16="http://schemas.microsoft.com/office/drawing/2014/main" id="{C180C34C-E536-4ED4-9300-FCAA914AFA37}"/>
              </a:ext>
            </a:extLst>
          </p:cNvPr>
          <p:cNvSpPr>
            <a:spLocks xmlns:a="http://schemas.openxmlformats.org/drawingml/2006/main" noGrp="1"/>
          </p:cNvSpPr>
          <p:nvPr/>
        </p:nvSpPr>
        <p:spPr>
          <a:xfrm xmlns:a="http://schemas.openxmlformats.org/drawingml/2006/main">
            <a:off x="0" y="6810375"/>
            <a:ext cx="750570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583C693-0F0C-4FB0-A2D4-7F8E43FE3F1C}"/>
              </a:ext>
            </a:extLst>
          </p:cNvPr>
          <p:cNvSpPr>
            <a:spLocks xmlns:a="http://schemas.openxmlformats.org/drawingml/2006/main" noGrp="1"/>
          </p:cNvSpPr>
          <p:nvPr/>
        </p:nvSpPr>
        <p:spPr>
          <a:xfrm xmlns:a="http://schemas.openxmlformats.org/drawingml/2006/main">
            <a:off x="685800" y="1809750"/>
            <a:ext cx="4953000" cy="385762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58c3d8fc61d451e"/>
          <a:stretch xmlns:a="http://schemas.openxmlformats.org/drawingml/2006/main"/>
        </p:blipFill>
        <p:spPr>
          <a:xfrm xmlns:a="http://schemas.openxmlformats.org/drawingml/2006/main">
            <a:off x="762000" y="3284247"/>
            <a:ext cx="4800600" cy="90863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22BA596-568F-45D8-8A83-57F5B839B30D}"/>
              </a:ext>
            </a:extLst>
          </p:cNvPr>
          <p:cNvSpPr>
            <a:spLocks xmlns:a="http://schemas.openxmlformats.org/drawingml/2006/main" noGrp="1"/>
          </p:cNvSpPr>
          <p:nvPr/>
        </p:nvSpPr>
        <p:spPr>
          <a:xfrm xmlns:a="http://schemas.openxmlformats.org/drawingml/2006/main">
            <a:off x="6096000" y="2143125"/>
            <a:ext cx="5143500" cy="2476500"/>
          </a:xfrm>
          <a:prstGeom xmlns:a="http://schemas.openxmlformats.org/drawingml/2006/main" prst="rect">
            <a:avLst/>
          </a:prstGeom>
          <a:solidFill xmlns:a="http://schemas.openxmlformats.org/drawingml/2006/main">
            <a:srgbClr val="121A2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C78EA03-C65F-4442-ACC8-67E048AFEE71}"/>
              </a:ext>
            </a:extLst>
          </p:cNvPr>
          <p:cNvSpPr>
            <a:spLocks xmlns:a="http://schemas.openxmlformats.org/drawingml/2006/main" noGrp="1"/>
          </p:cNvSpPr>
          <p:nvPr/>
        </p:nvSpPr>
        <p:spPr>
          <a:xfrm xmlns:a="http://schemas.openxmlformats.org/drawingml/2006/main">
            <a:off x="6096000" y="2143125"/>
            <a:ext cx="47625" cy="24765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D99527D-0137-4B4F-8772-22147203D084}"/>
              </a:ext>
            </a:extLst>
          </p:cNvPr>
          <p:cNvSpPr>
            <a:spLocks xmlns:a="http://schemas.openxmlformats.org/drawingml/2006/main" noGrp="1"/>
          </p:cNvSpPr>
          <p:nvPr/>
        </p:nvSpPr>
        <p:spPr>
          <a:xfrm xmlns:a="http://schemas.openxmlformats.org/drawingml/2006/main">
            <a:off x="6324600" y="2333625"/>
            <a:ext cx="4743450" cy="2171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D9E5F5"/>
                </a:solidFill>
              </a:defRPr>
            </a:pPr>
            <a:r>
              <a:rPr sz="1350" b="0">
                <a:solidFill>
                  <a:srgbClr val="D9E5F5"/>
                </a:solidFill>
              </a:rPr>
              <a:t>@DBRider</a:t>
            </a:r>
          </a:p>
          <a:p xmlns:a="http://schemas.openxmlformats.org/drawingml/2006/main">
            <a:pPr algn="l">
              <a:buNone/>
              <a:defRPr sz="1350" b="0">
                <a:solidFill>
                  <a:srgbClr val="D9E5F5"/>
                </a:solidFill>
              </a:defRPr>
            </a:pPr>
            <a:r>
              <a:rPr sz="1350" b="0">
                <a:solidFill>
                  <a:srgbClr val="D9E5F5"/>
                </a:solidFill>
              </a:rPr>
              <a:t>@DataSet("products.yml")</a:t>
            </a:r>
          </a:p>
          <a:p xmlns:a="http://schemas.openxmlformats.org/drawingml/2006/main">
            <a:pPr algn="l">
              <a:buNone/>
              <a:defRPr sz="1350" b="0">
                <a:solidFill>
                  <a:srgbClr val="D9E5F5"/>
                </a:solidFill>
              </a:defRPr>
            </a:pPr>
            <a:r>
              <a:rPr sz="1350" b="0">
                <a:solidFill>
                  <a:srgbClr val="D9E5F5"/>
                </a:solidFill>
              </a:rPr>
              <a:t>@ExpectedDataSet("expected-products.yml")</a:t>
            </a:r>
          </a:p>
          <a:p xmlns:a="http://schemas.openxmlformats.org/drawingml/2006/main">
            <a:pPr algn="l">
              <a:buNone/>
              <a:defRPr sz="1350" b="0">
                <a:solidFill>
                  <a:srgbClr val="D9E5F5"/>
                </a:solidFill>
              </a:defRPr>
            </a:pPr>
            <a:r>
              <a:rPr sz="1350" b="0">
                <a:solidFill>
                  <a:srgbClr val="D9E5F5"/>
                </a:solidFill>
              </a:rPr>
              <a:t>void productDatasetIsCorrect() {</a:t>
            </a:r>
          </a:p>
          <a:p xmlns:a="http://schemas.openxmlformats.org/drawingml/2006/main">
            <a:pPr algn="l">
              <a:buNone/>
              <a:defRPr sz="1350" b="0">
                <a:solidFill>
                  <a:srgbClr val="D9E5F5"/>
                </a:solidFill>
              </a:defRPr>
            </a:pPr>
            <a:r>
              <a:rPr sz="1350" b="0">
                <a:solidFill>
                  <a:srgbClr val="D9E5F5"/>
                </a:solidFill>
              </a:rPr>
              <a:t>  // Chạy hành động nghiệp vụ</a:t>
            </a:r>
          </a:p>
          <a:p xmlns:a="http://schemas.openxmlformats.org/drawingml/2006/main">
            <a:pPr algn="l">
              <a:buNone/>
              <a:defRPr sz="1350" b="0">
                <a:solidFill>
                  <a:srgbClr val="D9E5F5"/>
                </a:solidFill>
              </a:defRPr>
            </a:pPr>
            <a:r>
              <a:rPr sz="1350" b="0">
                <a:solidFill>
                  <a:srgbClr val="D9E5F5"/>
                </a:solidFill>
              </a:rPr>
              <a:t>}</a:t>
            </a:r>
          </a:p>
        </p:txBody>
      </p:sp>
      <p:sp>
        <p:nvSpPr>
          <p:cNvPr id="12" name="">
            <a:extLst xmlns:a="http://schemas.openxmlformats.org/drawingml/2006/main">
              <a:ext uri="{FF2B5EF4-FFF2-40B4-BE49-F238E27FC236}">
                <a16:creationId xmlns:a16="http://schemas.microsoft.com/office/drawing/2014/main" id="{3829099B-2159-4606-8528-1C8607AA7D18}"/>
              </a:ext>
            </a:extLst>
          </p:cNvPr>
          <p:cNvSpPr>
            <a:spLocks xmlns:a="http://schemas.openxmlformats.org/drawingml/2006/main" noGrp="1"/>
          </p:cNvSpPr>
          <p:nvPr/>
        </p:nvSpPr>
        <p:spPr>
          <a:xfrm xmlns:a="http://schemas.openxmlformats.org/drawingml/2006/main">
            <a:off x="6096000" y="4953000"/>
            <a:ext cx="504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172033"/>
                </a:solidFill>
              </a:defRPr>
            </a:pPr>
            <a:r>
              <a:rPr sz="1500" b="1">
                <a:solidFill>
                  <a:srgbClr val="172033"/>
                </a:solidFill>
              </a:rPr>
              <a:t>Phù hợp nhất: nhóm muốn dùng DbUnit với ít mã thiết lập và dataset dễ đọc hơn.</a:t>
            </a:r>
          </a:p>
        </p:txBody>
      </p:sp>
    </p:spTree>
    <p:extLst>
      <p:ext uri="{BB962C8B-B14F-4D97-AF65-F5344CB8AC3E}">
        <p14:creationId xmlns:p14="http://schemas.microsoft.com/office/powerpoint/2010/main" val="1298099019"/>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9379081-B69A-4AC5-A478-1F558A87AD4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36B7EE5-9D43-4227-B981-C28809EFD48B}"/>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CÔNG CỤ 3</a:t>
            </a:r>
          </a:p>
        </p:txBody>
      </p:sp>
      <p:sp>
        <p:nvSpPr>
          <p:cNvPr id="3" name="">
            <a:extLst xmlns:a="http://schemas.openxmlformats.org/drawingml/2006/main">
              <a:ext uri="{FF2B5EF4-FFF2-40B4-BE49-F238E27FC236}">
                <a16:creationId xmlns:a16="http://schemas.microsoft.com/office/drawing/2014/main" id="{CF9C65F0-5CE7-49D3-8FE8-39192105C816}"/>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Tonic tạo dữ liệu kiểm thử an toàn hơn</a:t>
            </a:r>
          </a:p>
        </p:txBody>
      </p:sp>
      <p:sp>
        <p:nvSpPr>
          <p:cNvPr id="4" name="">
            <a:extLst xmlns:a="http://schemas.openxmlformats.org/drawingml/2006/main">
              <a:ext uri="{FF2B5EF4-FFF2-40B4-BE49-F238E27FC236}">
                <a16:creationId xmlns:a16="http://schemas.microsoft.com/office/drawing/2014/main" id="{6154C953-5142-4344-ABBB-A264857207DB}"/>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Quản lý dữ liệu kiểm thử</a:t>
            </a:r>
          </a:p>
        </p:txBody>
      </p:sp>
      <p:sp>
        <p:nvSpPr>
          <p:cNvPr id="5" name="">
            <a:extLst xmlns:a="http://schemas.openxmlformats.org/drawingml/2006/main">
              <a:ext uri="{FF2B5EF4-FFF2-40B4-BE49-F238E27FC236}">
                <a16:creationId xmlns:a16="http://schemas.microsoft.com/office/drawing/2014/main" id="{F32A2BF0-57A8-4DB5-9173-E75A57C620AC}"/>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9 / 16</a:t>
            </a:r>
          </a:p>
        </p:txBody>
      </p:sp>
      <p:sp>
        <p:nvSpPr>
          <p:cNvPr id="6" name="">
            <a:extLst xmlns:a="http://schemas.openxmlformats.org/drawingml/2006/main">
              <a:ext uri="{FF2B5EF4-FFF2-40B4-BE49-F238E27FC236}">
                <a16:creationId xmlns:a16="http://schemas.microsoft.com/office/drawing/2014/main" id="{81BCA38B-8D33-491A-A5D8-5DB0A30D1CAF}"/>
              </a:ext>
            </a:extLst>
          </p:cNvPr>
          <p:cNvSpPr>
            <a:spLocks xmlns:a="http://schemas.openxmlformats.org/drawingml/2006/main" noGrp="1"/>
          </p:cNvSpPr>
          <p:nvPr/>
        </p:nvSpPr>
        <p:spPr>
          <a:xfrm xmlns:a="http://schemas.openxmlformats.org/drawingml/2006/main">
            <a:off x="0" y="6810375"/>
            <a:ext cx="843915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95474ED-D999-427E-A233-AE66AD5894EE}"/>
              </a:ext>
            </a:extLst>
          </p:cNvPr>
          <p:cNvSpPr>
            <a:spLocks xmlns:a="http://schemas.openxmlformats.org/drawingml/2006/main" noGrp="1"/>
          </p:cNvSpPr>
          <p:nvPr/>
        </p:nvSpPr>
        <p:spPr>
          <a:xfrm xmlns:a="http://schemas.openxmlformats.org/drawingml/2006/main">
            <a:off x="685800" y="1809750"/>
            <a:ext cx="4953000" cy="385762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5f01b31fc3ef4598"/>
          <a:stretch xmlns:a="http://schemas.openxmlformats.org/drawingml/2006/main"/>
        </p:blipFill>
        <p:spPr>
          <a:xfrm xmlns:a="http://schemas.openxmlformats.org/drawingml/2006/main">
            <a:off x="762000" y="2209304"/>
            <a:ext cx="4800600" cy="3058518"/>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9A7EE9C-0D0F-4AE4-A9E9-76B3300003C2}"/>
              </a:ext>
            </a:extLst>
          </p:cNvPr>
          <p:cNvSpPr>
            <a:spLocks xmlns:a="http://schemas.openxmlformats.org/drawingml/2006/main" noGrp="1"/>
          </p:cNvSpPr>
          <p:nvPr/>
        </p:nvSpPr>
        <p:spPr>
          <a:xfrm xmlns:a="http://schemas.openxmlformats.org/drawingml/2006/main">
            <a:off x="6096000" y="214312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Thay thế tên, email, mật khẩu, địa chỉ và điện thoại</a:t>
            </a:r>
          </a:p>
        </p:txBody>
      </p:sp>
      <p:sp>
        <p:nvSpPr>
          <p:cNvPr id="10" name="">
            <a:extLst xmlns:a="http://schemas.openxmlformats.org/drawingml/2006/main">
              <a:ext uri="{FF2B5EF4-FFF2-40B4-BE49-F238E27FC236}">
                <a16:creationId xmlns:a16="http://schemas.microsoft.com/office/drawing/2014/main" id="{2EDBF387-AB06-4D10-9F46-11A491671047}"/>
              </a:ext>
            </a:extLst>
          </p:cNvPr>
          <p:cNvSpPr>
            <a:spLocks xmlns:a="http://schemas.openxmlformats.org/drawingml/2006/main" noGrp="1"/>
          </p:cNvSpPr>
          <p:nvPr/>
        </p:nvSpPr>
        <p:spPr>
          <a:xfrm xmlns:a="http://schemas.openxmlformats.org/drawingml/2006/main">
            <a:off x="6096000" y="265747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Giữ định dạng mà ứng dụng yêu cầu</a:t>
            </a:r>
          </a:p>
        </p:txBody>
      </p:sp>
      <p:sp>
        <p:nvSpPr>
          <p:cNvPr id="11" name="">
            <a:extLst xmlns:a="http://schemas.openxmlformats.org/drawingml/2006/main">
              <a:ext uri="{FF2B5EF4-FFF2-40B4-BE49-F238E27FC236}">
                <a16:creationId xmlns:a16="http://schemas.microsoft.com/office/drawing/2014/main" id="{4CED5D96-70B7-4D3E-B55C-A58141E0099B}"/>
              </a:ext>
            </a:extLst>
          </p:cNvPr>
          <p:cNvSpPr>
            <a:spLocks xmlns:a="http://schemas.openxmlformats.org/drawingml/2006/main" noGrp="1"/>
          </p:cNvSpPr>
          <p:nvPr/>
        </p:nvSpPr>
        <p:spPr>
          <a:xfrm xmlns:a="http://schemas.openxmlformats.org/drawingml/2006/main">
            <a:off x="6096000" y="317182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Giữ ID và quan hệ dữ liệu nhất quán</a:t>
            </a:r>
          </a:p>
        </p:txBody>
      </p:sp>
      <p:sp>
        <p:nvSpPr>
          <p:cNvPr id="12" name="">
            <a:extLst xmlns:a="http://schemas.openxmlformats.org/drawingml/2006/main">
              <a:ext uri="{FF2B5EF4-FFF2-40B4-BE49-F238E27FC236}">
                <a16:creationId xmlns:a16="http://schemas.microsoft.com/office/drawing/2014/main" id="{F010F4E8-3AB5-45FB-B466-168197DEC054}"/>
              </a:ext>
            </a:extLst>
          </p:cNvPr>
          <p:cNvSpPr>
            <a:spLocks xmlns:a="http://schemas.openxmlformats.org/drawingml/2006/main" noGrp="1"/>
          </p:cNvSpPr>
          <p:nvPr/>
        </p:nvSpPr>
        <p:spPr>
          <a:xfrm xmlns:a="http://schemas.openxmlformats.org/drawingml/2006/main">
            <a:off x="6096000" y="368617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 Tạo dữ liệu cho demo, test hoặc staging</a:t>
            </a:r>
          </a:p>
        </p:txBody>
      </p:sp>
      <p:sp>
        <p:nvSpPr>
          <p:cNvPr id="13" name="">
            <a:extLst xmlns:a="http://schemas.openxmlformats.org/drawingml/2006/main">
              <a:ext uri="{FF2B5EF4-FFF2-40B4-BE49-F238E27FC236}">
                <a16:creationId xmlns:a16="http://schemas.microsoft.com/office/drawing/2014/main" id="{37433743-FF1B-4B85-8203-09C0BF46279B}"/>
              </a:ext>
            </a:extLst>
          </p:cNvPr>
          <p:cNvSpPr>
            <a:spLocks xmlns:a="http://schemas.openxmlformats.org/drawingml/2006/main" noGrp="1"/>
          </p:cNvSpPr>
          <p:nvPr/>
        </p:nvSpPr>
        <p:spPr>
          <a:xfrm xmlns:a="http://schemas.openxmlformats.org/drawingml/2006/main">
            <a:off x="6096000" y="4476750"/>
            <a:ext cx="514350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4" name="">
            <a:extLst xmlns:a="http://schemas.openxmlformats.org/drawingml/2006/main">
              <a:ext uri="{FF2B5EF4-FFF2-40B4-BE49-F238E27FC236}">
                <a16:creationId xmlns:a16="http://schemas.microsoft.com/office/drawing/2014/main" id="{B95C123F-8FE7-4273-A0C3-1420A56C3D67}"/>
              </a:ext>
            </a:extLst>
          </p:cNvPr>
          <p:cNvSpPr>
            <a:spLocks xmlns:a="http://schemas.openxmlformats.org/drawingml/2006/main" noGrp="1"/>
          </p:cNvSpPr>
          <p:nvPr/>
        </p:nvSpPr>
        <p:spPr>
          <a:xfrm xmlns:a="http://schemas.openxmlformats.org/drawingml/2006/main">
            <a:off x="6096000" y="4476750"/>
            <a:ext cx="514350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EF6FE33-7CFA-443E-9153-99F7D7B8A6C7}"/>
              </a:ext>
            </a:extLst>
          </p:cNvPr>
          <p:cNvSpPr>
            <a:spLocks xmlns:a="http://schemas.openxmlformats.org/drawingml/2006/main" noGrp="1"/>
          </p:cNvSpPr>
          <p:nvPr/>
        </p:nvSpPr>
        <p:spPr>
          <a:xfrm xmlns:a="http://schemas.openxmlformats.org/drawingml/2006/main">
            <a:off x="6286500" y="4714875"/>
            <a:ext cx="476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172033"/>
                </a:solidFill>
              </a:defRPr>
            </a:pPr>
            <a:r>
              <a:rPr sz="1500" b="1">
                <a:solidFill>
                  <a:srgbClr val="172033"/>
                </a:solidFill>
              </a:rPr>
              <a:t>Giới hạn: dữ liệu an toàn không tự động chứng minh hành vi đúng.</a:t>
            </a:r>
          </a:p>
        </p:txBody>
      </p:sp>
    </p:spTree>
    <p:extLst>
      <p:ext uri="{BB962C8B-B14F-4D97-AF65-F5344CB8AC3E}">
        <p14:creationId xmlns:p14="http://schemas.microsoft.com/office/powerpoint/2010/main" val="401244632"/>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F89837D8-FD69-403F-B1AB-44EDF1CDFA1B}"/>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B6D62C8-325A-485E-A7B5-3C4A5273E581}"/>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KỊCH BẢN LIVE DEMO</a:t>
            </a:r>
          </a:p>
        </p:txBody>
      </p:sp>
      <p:sp>
        <p:nvSpPr>
          <p:cNvPr id="3" name="">
            <a:extLst xmlns:a="http://schemas.openxmlformats.org/drawingml/2006/main">
              <a:ext uri="{FF2B5EF4-FFF2-40B4-BE49-F238E27FC236}">
                <a16:creationId xmlns:a16="http://schemas.microsoft.com/office/drawing/2014/main" id="{59D2D97F-2634-4AD7-B6B6-F9208B204314}"/>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Demo checkout EShop với hai công cụ</a:t>
            </a:r>
          </a:p>
        </p:txBody>
      </p:sp>
      <p:sp>
        <p:nvSpPr>
          <p:cNvPr id="4" name="">
            <a:extLst xmlns:a="http://schemas.openxmlformats.org/drawingml/2006/main">
              <a:ext uri="{FF2B5EF4-FFF2-40B4-BE49-F238E27FC236}">
                <a16:creationId xmlns:a16="http://schemas.microsoft.com/office/drawing/2014/main" id="{DE161C61-9EF2-4361-B4D6-2FB00EB966A7}"/>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Cùng một nghiệp vụ, hai cách thiết lập dữ liệu</a:t>
            </a:r>
          </a:p>
        </p:txBody>
      </p:sp>
      <p:sp>
        <p:nvSpPr>
          <p:cNvPr id="5" name="">
            <a:extLst xmlns:a="http://schemas.openxmlformats.org/drawingml/2006/main">
              <a:ext uri="{FF2B5EF4-FFF2-40B4-BE49-F238E27FC236}">
                <a16:creationId xmlns:a16="http://schemas.microsoft.com/office/drawing/2014/main" id="{7BABC8F6-224C-44A1-B196-5C8F8EC39E93}"/>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10 / 16</a:t>
            </a:r>
          </a:p>
        </p:txBody>
      </p:sp>
      <p:sp>
        <p:nvSpPr>
          <p:cNvPr id="6" name="">
            <a:extLst xmlns:a="http://schemas.openxmlformats.org/drawingml/2006/main">
              <a:ext uri="{FF2B5EF4-FFF2-40B4-BE49-F238E27FC236}">
                <a16:creationId xmlns:a16="http://schemas.microsoft.com/office/drawing/2014/main" id="{F162275A-7189-43B5-B86B-1D08AE0E3692}"/>
              </a:ext>
            </a:extLst>
          </p:cNvPr>
          <p:cNvSpPr>
            <a:spLocks xmlns:a="http://schemas.openxmlformats.org/drawingml/2006/main" noGrp="1"/>
          </p:cNvSpPr>
          <p:nvPr/>
        </p:nvSpPr>
        <p:spPr>
          <a:xfrm xmlns:a="http://schemas.openxmlformats.org/drawingml/2006/main">
            <a:off x="0" y="6810375"/>
            <a:ext cx="2809875"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BA077EC-CB68-4283-92A0-CFFDD017B022}"/>
              </a:ext>
            </a:extLst>
          </p:cNvPr>
          <p:cNvSpPr>
            <a:spLocks xmlns:a="http://schemas.openxmlformats.org/drawingml/2006/main" noGrp="1"/>
          </p:cNvSpPr>
          <p:nvPr/>
        </p:nvSpPr>
        <p:spPr>
          <a:xfrm xmlns:a="http://schemas.openxmlformats.org/drawingml/2006/main">
            <a:off x="685800" y="1857375"/>
            <a:ext cx="2476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8" name="">
            <a:extLst xmlns:a="http://schemas.openxmlformats.org/drawingml/2006/main">
              <a:ext uri="{FF2B5EF4-FFF2-40B4-BE49-F238E27FC236}">
                <a16:creationId xmlns:a16="http://schemas.microsoft.com/office/drawing/2014/main" id="{20BA4357-1250-48F9-8A84-329F389DD331}"/>
              </a:ext>
            </a:extLst>
          </p:cNvPr>
          <p:cNvSpPr>
            <a:spLocks xmlns:a="http://schemas.openxmlformats.org/drawingml/2006/main" noGrp="1"/>
          </p:cNvSpPr>
          <p:nvPr/>
        </p:nvSpPr>
        <p:spPr>
          <a:xfrm xmlns:a="http://schemas.openxmlformats.org/drawingml/2006/main">
            <a:off x="685800" y="2847975"/>
            <a:ext cx="247650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B78F632-5E09-4941-95C6-043FC928C183}"/>
              </a:ext>
            </a:extLst>
          </p:cNvPr>
          <p:cNvSpPr>
            <a:spLocks xmlns:a="http://schemas.openxmlformats.org/drawingml/2006/main" noGrp="1"/>
          </p:cNvSpPr>
          <p:nvPr/>
        </p:nvSpPr>
        <p:spPr>
          <a:xfrm xmlns:a="http://schemas.openxmlformats.org/drawingml/2006/main">
            <a:off x="857250" y="20383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Chuẩn bị</a:t>
            </a:r>
          </a:p>
        </p:txBody>
      </p:sp>
      <p:sp>
        <p:nvSpPr>
          <p:cNvPr id="10" name="">
            <a:extLst xmlns:a="http://schemas.openxmlformats.org/drawingml/2006/main">
              <a:ext uri="{FF2B5EF4-FFF2-40B4-BE49-F238E27FC236}">
                <a16:creationId xmlns:a16="http://schemas.microsoft.com/office/drawing/2014/main" id="{394B928E-85CB-44D7-BB1C-94ECDAC60533}"/>
              </a:ext>
            </a:extLst>
          </p:cNvPr>
          <p:cNvSpPr>
            <a:spLocks xmlns:a="http://schemas.openxmlformats.org/drawingml/2006/main" noGrp="1"/>
          </p:cNvSpPr>
          <p:nvPr/>
        </p:nvSpPr>
        <p:spPr>
          <a:xfrm xmlns:a="http://schemas.openxmlformats.org/drawingml/2006/main">
            <a:off x="857250" y="2400300"/>
            <a:ext cx="213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Reset và seed SQLite</a:t>
            </a:r>
          </a:p>
        </p:txBody>
      </p:sp>
      <p:sp>
        <p:nvSpPr>
          <p:cNvPr id="11" name="">
            <a:extLst xmlns:a="http://schemas.openxmlformats.org/drawingml/2006/main">
              <a:ext uri="{FF2B5EF4-FFF2-40B4-BE49-F238E27FC236}">
                <a16:creationId xmlns:a16="http://schemas.microsoft.com/office/drawing/2014/main" id="{117F45CB-DD7D-4C98-99E9-B30FC39CABBD}"/>
              </a:ext>
            </a:extLst>
          </p:cNvPr>
          <p:cNvSpPr>
            <a:spLocks xmlns:a="http://schemas.openxmlformats.org/drawingml/2006/main" noGrp="1"/>
          </p:cNvSpPr>
          <p:nvPr/>
        </p:nvSpPr>
        <p:spPr>
          <a:xfrm xmlns:a="http://schemas.openxmlformats.org/drawingml/2006/main">
            <a:off x="3390900" y="1857375"/>
            <a:ext cx="2476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2" name="">
            <a:extLst xmlns:a="http://schemas.openxmlformats.org/drawingml/2006/main">
              <a:ext uri="{FF2B5EF4-FFF2-40B4-BE49-F238E27FC236}">
                <a16:creationId xmlns:a16="http://schemas.microsoft.com/office/drawing/2014/main" id="{C61D1B10-BF9F-4E61-B28C-18135B84A4A9}"/>
              </a:ext>
            </a:extLst>
          </p:cNvPr>
          <p:cNvSpPr>
            <a:spLocks xmlns:a="http://schemas.openxmlformats.org/drawingml/2006/main" noGrp="1"/>
          </p:cNvSpPr>
          <p:nvPr/>
        </p:nvSpPr>
        <p:spPr>
          <a:xfrm xmlns:a="http://schemas.openxmlformats.org/drawingml/2006/main">
            <a:off x="3390900" y="2847975"/>
            <a:ext cx="247650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A2DC014-3E27-4A92-9504-DCB9C0EFFA9D}"/>
              </a:ext>
            </a:extLst>
          </p:cNvPr>
          <p:cNvSpPr>
            <a:spLocks xmlns:a="http://schemas.openxmlformats.org/drawingml/2006/main" noGrp="1"/>
          </p:cNvSpPr>
          <p:nvPr/>
        </p:nvSpPr>
        <p:spPr>
          <a:xfrm xmlns:a="http://schemas.openxmlformats.org/drawingml/2006/main">
            <a:off x="3562350" y="20383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Checkout</a:t>
            </a:r>
          </a:p>
        </p:txBody>
      </p:sp>
      <p:sp>
        <p:nvSpPr>
          <p:cNvPr id="14" name="">
            <a:extLst xmlns:a="http://schemas.openxmlformats.org/drawingml/2006/main">
              <a:ext uri="{FF2B5EF4-FFF2-40B4-BE49-F238E27FC236}">
                <a16:creationId xmlns:a16="http://schemas.microsoft.com/office/drawing/2014/main" id="{E97E9208-BC7C-4ABF-92E0-79AB13881175}"/>
              </a:ext>
            </a:extLst>
          </p:cNvPr>
          <p:cNvSpPr>
            <a:spLocks xmlns:a="http://schemas.openxmlformats.org/drawingml/2006/main" noGrp="1"/>
          </p:cNvSpPr>
          <p:nvPr/>
        </p:nvSpPr>
        <p:spPr>
          <a:xfrm xmlns:a="http://schemas.openxmlformats.org/drawingml/2006/main">
            <a:off x="3562350" y="2400300"/>
            <a:ext cx="213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Đăng nhập, thêm sản phẩm, đặt hàng</a:t>
            </a:r>
          </a:p>
        </p:txBody>
      </p:sp>
      <p:sp>
        <p:nvSpPr>
          <p:cNvPr id="15" name="">
            <a:extLst xmlns:a="http://schemas.openxmlformats.org/drawingml/2006/main">
              <a:ext uri="{FF2B5EF4-FFF2-40B4-BE49-F238E27FC236}">
                <a16:creationId xmlns:a16="http://schemas.microsoft.com/office/drawing/2014/main" id="{FD298AE5-2C47-4641-BFAD-D3D6C28B420F}"/>
              </a:ext>
            </a:extLst>
          </p:cNvPr>
          <p:cNvSpPr>
            <a:spLocks xmlns:a="http://schemas.openxmlformats.org/drawingml/2006/main" noGrp="1"/>
          </p:cNvSpPr>
          <p:nvPr/>
        </p:nvSpPr>
        <p:spPr>
          <a:xfrm xmlns:a="http://schemas.openxmlformats.org/drawingml/2006/main">
            <a:off x="6096000" y="1857375"/>
            <a:ext cx="2476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6" name="">
            <a:extLst xmlns:a="http://schemas.openxmlformats.org/drawingml/2006/main">
              <a:ext uri="{FF2B5EF4-FFF2-40B4-BE49-F238E27FC236}">
                <a16:creationId xmlns:a16="http://schemas.microsoft.com/office/drawing/2014/main" id="{729FE411-AA8E-45FC-9801-4AC943DD0D32}"/>
              </a:ext>
            </a:extLst>
          </p:cNvPr>
          <p:cNvSpPr>
            <a:spLocks xmlns:a="http://schemas.openxmlformats.org/drawingml/2006/main" noGrp="1"/>
          </p:cNvSpPr>
          <p:nvPr/>
        </p:nvSpPr>
        <p:spPr>
          <a:xfrm xmlns:a="http://schemas.openxmlformats.org/drawingml/2006/main">
            <a:off x="6096000" y="2847975"/>
            <a:ext cx="247650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0A86EFC-FF96-4B51-A3E3-EA4D556D4E11}"/>
              </a:ext>
            </a:extLst>
          </p:cNvPr>
          <p:cNvSpPr>
            <a:spLocks xmlns:a="http://schemas.openxmlformats.org/drawingml/2006/main" noGrp="1"/>
          </p:cNvSpPr>
          <p:nvPr/>
        </p:nvSpPr>
        <p:spPr>
          <a:xfrm xmlns:a="http://schemas.openxmlformats.org/drawingml/2006/main">
            <a:off x="6267450" y="20383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DbUnit</a:t>
            </a:r>
          </a:p>
        </p:txBody>
      </p:sp>
      <p:sp>
        <p:nvSpPr>
          <p:cNvPr id="18" name="">
            <a:extLst xmlns:a="http://schemas.openxmlformats.org/drawingml/2006/main">
              <a:ext uri="{FF2B5EF4-FFF2-40B4-BE49-F238E27FC236}">
                <a16:creationId xmlns:a16="http://schemas.microsoft.com/office/drawing/2014/main" id="{FB908331-09D3-4582-A82F-AA3692B56CC2}"/>
              </a:ext>
            </a:extLst>
          </p:cNvPr>
          <p:cNvSpPr>
            <a:spLocks xmlns:a="http://schemas.openxmlformats.org/drawingml/2006/main" noGrp="1"/>
          </p:cNvSpPr>
          <p:nvPr/>
        </p:nvSpPr>
        <p:spPr>
          <a:xfrm xmlns:a="http://schemas.openxmlformats.org/drawingml/2006/main">
            <a:off x="6267450" y="2400300"/>
            <a:ext cx="213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Nạp XML và kiểm tra bảng orders</a:t>
            </a:r>
          </a:p>
        </p:txBody>
      </p:sp>
      <p:sp>
        <p:nvSpPr>
          <p:cNvPr id="19" name="">
            <a:extLst xmlns:a="http://schemas.openxmlformats.org/drawingml/2006/main">
              <a:ext uri="{FF2B5EF4-FFF2-40B4-BE49-F238E27FC236}">
                <a16:creationId xmlns:a16="http://schemas.microsoft.com/office/drawing/2014/main" id="{87845A49-9A9F-42B0-813E-EF9466FD0352}"/>
              </a:ext>
            </a:extLst>
          </p:cNvPr>
          <p:cNvSpPr>
            <a:spLocks xmlns:a="http://schemas.openxmlformats.org/drawingml/2006/main" noGrp="1"/>
          </p:cNvSpPr>
          <p:nvPr/>
        </p:nvSpPr>
        <p:spPr>
          <a:xfrm xmlns:a="http://schemas.openxmlformats.org/drawingml/2006/main">
            <a:off x="8801100" y="1857375"/>
            <a:ext cx="24765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0" name="">
            <a:extLst xmlns:a="http://schemas.openxmlformats.org/drawingml/2006/main">
              <a:ext uri="{FF2B5EF4-FFF2-40B4-BE49-F238E27FC236}">
                <a16:creationId xmlns:a16="http://schemas.microsoft.com/office/drawing/2014/main" id="{224E3ACC-9889-4214-BE1D-78E93DB7E75A}"/>
              </a:ext>
            </a:extLst>
          </p:cNvPr>
          <p:cNvSpPr>
            <a:spLocks xmlns:a="http://schemas.openxmlformats.org/drawingml/2006/main" noGrp="1"/>
          </p:cNvSpPr>
          <p:nvPr/>
        </p:nvSpPr>
        <p:spPr>
          <a:xfrm xmlns:a="http://schemas.openxmlformats.org/drawingml/2006/main">
            <a:off x="8801100" y="2847975"/>
            <a:ext cx="2476500" cy="381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5ACC7EF-C4CF-48F9-9966-9B23D791FC07}"/>
              </a:ext>
            </a:extLst>
          </p:cNvPr>
          <p:cNvSpPr>
            <a:spLocks xmlns:a="http://schemas.openxmlformats.org/drawingml/2006/main" noGrp="1"/>
          </p:cNvSpPr>
          <p:nvPr/>
        </p:nvSpPr>
        <p:spPr>
          <a:xfrm xmlns:a="http://schemas.openxmlformats.org/drawingml/2006/main">
            <a:off x="8972550" y="20383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Database Rider</a:t>
            </a:r>
          </a:p>
        </p:txBody>
      </p:sp>
      <p:sp>
        <p:nvSpPr>
          <p:cNvPr id="22" name="">
            <a:extLst xmlns:a="http://schemas.openxmlformats.org/drawingml/2006/main">
              <a:ext uri="{FF2B5EF4-FFF2-40B4-BE49-F238E27FC236}">
                <a16:creationId xmlns:a16="http://schemas.microsoft.com/office/drawing/2014/main" id="{67623E5C-58C6-4848-907C-3E45271FA810}"/>
              </a:ext>
            </a:extLst>
          </p:cNvPr>
          <p:cNvSpPr>
            <a:spLocks xmlns:a="http://schemas.openxmlformats.org/drawingml/2006/main" noGrp="1"/>
          </p:cNvSpPr>
          <p:nvPr/>
        </p:nvSpPr>
        <p:spPr>
          <a:xfrm xmlns:a="http://schemas.openxmlformats.org/drawingml/2006/main">
            <a:off x="8972550" y="2400300"/>
            <a:ext cx="213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579"/>
                </a:solidFill>
              </a:defRPr>
            </a:pPr>
            <a:r>
              <a:rPr sz="1275" b="0">
                <a:solidFill>
                  <a:srgbClr val="526579"/>
                </a:solidFill>
              </a:rPr>
              <a:t>Nạp YAML và kiểm tra kết quả</a:t>
            </a:r>
          </a:p>
        </p:txBody>
      </p:sp>
      <p:sp>
        <p:nvSpPr>
          <p:cNvPr id="23" name="">
            <a:extLst xmlns:a="http://schemas.openxmlformats.org/drawingml/2006/main">
              <a:ext uri="{FF2B5EF4-FFF2-40B4-BE49-F238E27FC236}">
                <a16:creationId xmlns:a16="http://schemas.microsoft.com/office/drawing/2014/main" id="{BA864758-192C-4939-9AA2-303F3243F794}"/>
              </a:ext>
            </a:extLst>
          </p:cNvPr>
          <p:cNvSpPr>
            <a:spLocks xmlns:a="http://schemas.openxmlformats.org/drawingml/2006/main" noGrp="1"/>
          </p:cNvSpPr>
          <p:nvPr/>
        </p:nvSpPr>
        <p:spPr>
          <a:xfrm xmlns:a="http://schemas.openxmlformats.org/drawingml/2006/main">
            <a:off x="685800" y="3286125"/>
            <a:ext cx="2381250" cy="40005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24" name="">
            <a:extLst xmlns:a="http://schemas.openxmlformats.org/drawingml/2006/main">
              <a:ext uri="{FF2B5EF4-FFF2-40B4-BE49-F238E27FC236}">
                <a16:creationId xmlns:a16="http://schemas.microsoft.com/office/drawing/2014/main" id="{4A03A5AA-64C9-4703-B6D7-5363BA7C5581}"/>
              </a:ext>
            </a:extLst>
          </p:cNvPr>
          <p:cNvSpPr>
            <a:spLocks xmlns:a="http://schemas.openxmlformats.org/drawingml/2006/main" noGrp="1"/>
          </p:cNvSpPr>
          <p:nvPr/>
        </p:nvSpPr>
        <p:spPr>
          <a:xfrm xmlns:a="http://schemas.openxmlformats.org/drawingml/2006/main">
            <a:off x="781050" y="3362325"/>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Điểm kiểm tra</a:t>
            </a:r>
          </a:p>
        </p:txBody>
      </p:sp>
      <p:sp>
        <p:nvSpPr>
          <p:cNvPr id="25" name="">
            <a:extLst xmlns:a="http://schemas.openxmlformats.org/drawingml/2006/main">
              <a:ext uri="{FF2B5EF4-FFF2-40B4-BE49-F238E27FC236}">
                <a16:creationId xmlns:a16="http://schemas.microsoft.com/office/drawing/2014/main" id="{B8BBFDDC-82BE-46AB-A583-4FC30CDBA633}"/>
              </a:ext>
            </a:extLst>
          </p:cNvPr>
          <p:cNvSpPr>
            <a:spLocks xmlns:a="http://schemas.openxmlformats.org/drawingml/2006/main" noGrp="1"/>
          </p:cNvSpPr>
          <p:nvPr/>
        </p:nvSpPr>
        <p:spPr>
          <a:xfrm xmlns:a="http://schemas.openxmlformats.org/drawingml/2006/main">
            <a:off x="3067050" y="3286125"/>
            <a:ext cx="3714750" cy="40005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26" name="">
            <a:extLst xmlns:a="http://schemas.openxmlformats.org/drawingml/2006/main">
              <a:ext uri="{FF2B5EF4-FFF2-40B4-BE49-F238E27FC236}">
                <a16:creationId xmlns:a16="http://schemas.microsoft.com/office/drawing/2014/main" id="{6B34B413-4FAF-42B3-8FF5-0FE6FE7DAFCD}"/>
              </a:ext>
            </a:extLst>
          </p:cNvPr>
          <p:cNvSpPr>
            <a:spLocks xmlns:a="http://schemas.openxmlformats.org/drawingml/2006/main" noGrp="1"/>
          </p:cNvSpPr>
          <p:nvPr/>
        </p:nvSpPr>
        <p:spPr>
          <a:xfrm xmlns:a="http://schemas.openxmlformats.org/drawingml/2006/main">
            <a:off x="3162300" y="33623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DbUnit</a:t>
            </a:r>
          </a:p>
        </p:txBody>
      </p:sp>
      <p:sp>
        <p:nvSpPr>
          <p:cNvPr id="27" name="">
            <a:extLst xmlns:a="http://schemas.openxmlformats.org/drawingml/2006/main">
              <a:ext uri="{FF2B5EF4-FFF2-40B4-BE49-F238E27FC236}">
                <a16:creationId xmlns:a16="http://schemas.microsoft.com/office/drawing/2014/main" id="{AB021CF6-4552-4810-B7EC-4CB371C2BE7C}"/>
              </a:ext>
            </a:extLst>
          </p:cNvPr>
          <p:cNvSpPr>
            <a:spLocks xmlns:a="http://schemas.openxmlformats.org/drawingml/2006/main" noGrp="1"/>
          </p:cNvSpPr>
          <p:nvPr/>
        </p:nvSpPr>
        <p:spPr>
          <a:xfrm xmlns:a="http://schemas.openxmlformats.org/drawingml/2006/main">
            <a:off x="6781800" y="3286125"/>
            <a:ext cx="4724400" cy="400050"/>
          </a:xfrm>
          <a:prstGeom xmlns:a="http://schemas.openxmlformats.org/drawingml/2006/main" prst="rect">
            <a:avLst/>
          </a:prstGeom>
          <a:solidFill xmlns:a="http://schemas.openxmlformats.org/drawingml/2006/main">
            <a:srgbClr val="123B67"/>
          </a:solidFill>
          <a:ln xmlns:a="http://schemas.openxmlformats.org/drawingml/2006/main" w="9525">
            <a:solidFill>
              <a:srgbClr val="CAD5E1"/>
            </a:solidFill>
            <a:prstDash val="solid"/>
          </a:ln>
        </p:spPr>
      </p:sp>
      <p:sp>
        <p:nvSpPr>
          <p:cNvPr id="28" name="">
            <a:extLst xmlns:a="http://schemas.openxmlformats.org/drawingml/2006/main">
              <a:ext uri="{FF2B5EF4-FFF2-40B4-BE49-F238E27FC236}">
                <a16:creationId xmlns:a16="http://schemas.microsoft.com/office/drawing/2014/main" id="{D891A9BB-C529-4C39-B2A7-A371E97A59CB}"/>
              </a:ext>
            </a:extLst>
          </p:cNvPr>
          <p:cNvSpPr>
            <a:spLocks xmlns:a="http://schemas.openxmlformats.org/drawingml/2006/main" noGrp="1"/>
          </p:cNvSpPr>
          <p:nvPr/>
        </p:nvSpPr>
        <p:spPr>
          <a:xfrm xmlns:a="http://schemas.openxmlformats.org/drawingml/2006/main">
            <a:off x="6877050" y="3362325"/>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FFFFFF"/>
                </a:solidFill>
              </a:defRPr>
            </a:pPr>
            <a:r>
              <a:rPr sz="1275" b="1">
                <a:solidFill>
                  <a:srgbClr val="FFFFFF"/>
                </a:solidFill>
              </a:rPr>
              <a:t>Database Rider</a:t>
            </a:r>
          </a:p>
        </p:txBody>
      </p:sp>
      <p:sp>
        <p:nvSpPr>
          <p:cNvPr id="29" name="">
            <a:extLst xmlns:a="http://schemas.openxmlformats.org/drawingml/2006/main">
              <a:ext uri="{FF2B5EF4-FFF2-40B4-BE49-F238E27FC236}">
                <a16:creationId xmlns:a16="http://schemas.microsoft.com/office/drawing/2014/main" id="{9EC15062-74B0-470F-85AA-3DE1E1F41AC1}"/>
              </a:ext>
            </a:extLst>
          </p:cNvPr>
          <p:cNvSpPr>
            <a:spLocks xmlns:a="http://schemas.openxmlformats.org/drawingml/2006/main" noGrp="1"/>
          </p:cNvSpPr>
          <p:nvPr/>
        </p:nvSpPr>
        <p:spPr>
          <a:xfrm xmlns:a="http://schemas.openxmlformats.org/drawingml/2006/main">
            <a:off x="685800" y="3686175"/>
            <a:ext cx="23812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0" name="">
            <a:extLst xmlns:a="http://schemas.openxmlformats.org/drawingml/2006/main">
              <a:ext uri="{FF2B5EF4-FFF2-40B4-BE49-F238E27FC236}">
                <a16:creationId xmlns:a16="http://schemas.microsoft.com/office/drawing/2014/main" id="{27E24BD1-7CE1-4FD5-A4F8-D65674ED6161}"/>
              </a:ext>
            </a:extLst>
          </p:cNvPr>
          <p:cNvSpPr>
            <a:spLocks xmlns:a="http://schemas.openxmlformats.org/drawingml/2006/main" noGrp="1"/>
          </p:cNvSpPr>
          <p:nvPr/>
        </p:nvSpPr>
        <p:spPr>
          <a:xfrm xmlns:a="http://schemas.openxmlformats.org/drawingml/2006/main">
            <a:off x="781050" y="37623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Đơn hàng</a:t>
            </a:r>
          </a:p>
        </p:txBody>
      </p:sp>
      <p:sp>
        <p:nvSpPr>
          <p:cNvPr id="31" name="">
            <a:extLst xmlns:a="http://schemas.openxmlformats.org/drawingml/2006/main">
              <a:ext uri="{FF2B5EF4-FFF2-40B4-BE49-F238E27FC236}">
                <a16:creationId xmlns:a16="http://schemas.microsoft.com/office/drawing/2014/main" id="{F00CC499-37D8-47FE-8D9E-C4002800B203}"/>
              </a:ext>
            </a:extLst>
          </p:cNvPr>
          <p:cNvSpPr>
            <a:spLocks xmlns:a="http://schemas.openxmlformats.org/drawingml/2006/main" noGrp="1"/>
          </p:cNvSpPr>
          <p:nvPr/>
        </p:nvSpPr>
        <p:spPr>
          <a:xfrm xmlns:a="http://schemas.openxmlformats.org/drawingml/2006/main">
            <a:off x="3067050" y="3686175"/>
            <a:ext cx="37147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2" name="">
            <a:extLst xmlns:a="http://schemas.openxmlformats.org/drawingml/2006/main">
              <a:ext uri="{FF2B5EF4-FFF2-40B4-BE49-F238E27FC236}">
                <a16:creationId xmlns:a16="http://schemas.microsoft.com/office/drawing/2014/main" id="{747A5796-B5D3-458C-87D0-5EB70A03CFCB}"/>
              </a:ext>
            </a:extLst>
          </p:cNvPr>
          <p:cNvSpPr>
            <a:spLocks xmlns:a="http://schemas.openxmlformats.org/drawingml/2006/main" noGrp="1"/>
          </p:cNvSpPr>
          <p:nvPr/>
        </p:nvSpPr>
        <p:spPr>
          <a:xfrm xmlns:a="http://schemas.openxmlformats.org/drawingml/2006/main">
            <a:off x="3162300" y="3762375"/>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COUNT(orders) tăng 1</a:t>
            </a:r>
          </a:p>
        </p:txBody>
      </p:sp>
      <p:sp>
        <p:nvSpPr>
          <p:cNvPr id="33" name="">
            <a:extLst xmlns:a="http://schemas.openxmlformats.org/drawingml/2006/main">
              <a:ext uri="{FF2B5EF4-FFF2-40B4-BE49-F238E27FC236}">
                <a16:creationId xmlns:a16="http://schemas.microsoft.com/office/drawing/2014/main" id="{C9F4E2EE-7282-47E2-A9CD-A06A00F2CF67}"/>
              </a:ext>
            </a:extLst>
          </p:cNvPr>
          <p:cNvSpPr>
            <a:spLocks xmlns:a="http://schemas.openxmlformats.org/drawingml/2006/main" noGrp="1"/>
          </p:cNvSpPr>
          <p:nvPr/>
        </p:nvSpPr>
        <p:spPr>
          <a:xfrm xmlns:a="http://schemas.openxmlformats.org/drawingml/2006/main">
            <a:off x="6781800" y="3686175"/>
            <a:ext cx="47244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4" name="">
            <a:extLst xmlns:a="http://schemas.openxmlformats.org/drawingml/2006/main">
              <a:ext uri="{FF2B5EF4-FFF2-40B4-BE49-F238E27FC236}">
                <a16:creationId xmlns:a16="http://schemas.microsoft.com/office/drawing/2014/main" id="{DDB217C7-496D-490B-BAD8-94B8DBA062F9}"/>
              </a:ext>
            </a:extLst>
          </p:cNvPr>
          <p:cNvSpPr>
            <a:spLocks xmlns:a="http://schemas.openxmlformats.org/drawingml/2006/main" noGrp="1"/>
          </p:cNvSpPr>
          <p:nvPr/>
        </p:nvSpPr>
        <p:spPr>
          <a:xfrm xmlns:a="http://schemas.openxmlformats.org/drawingml/2006/main">
            <a:off x="6877050" y="3762375"/>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COUNT(orders) tăng 1</a:t>
            </a:r>
          </a:p>
        </p:txBody>
      </p:sp>
      <p:sp>
        <p:nvSpPr>
          <p:cNvPr id="35" name="">
            <a:extLst xmlns:a="http://schemas.openxmlformats.org/drawingml/2006/main">
              <a:ext uri="{FF2B5EF4-FFF2-40B4-BE49-F238E27FC236}">
                <a16:creationId xmlns:a16="http://schemas.microsoft.com/office/drawing/2014/main" id="{3A5062C5-A604-4FF0-A1AA-096561B47FCC}"/>
              </a:ext>
            </a:extLst>
          </p:cNvPr>
          <p:cNvSpPr>
            <a:spLocks xmlns:a="http://schemas.openxmlformats.org/drawingml/2006/main" noGrp="1"/>
          </p:cNvSpPr>
          <p:nvPr/>
        </p:nvSpPr>
        <p:spPr>
          <a:xfrm xmlns:a="http://schemas.openxmlformats.org/drawingml/2006/main">
            <a:off x="685800" y="4181475"/>
            <a:ext cx="23812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6" name="">
            <a:extLst xmlns:a="http://schemas.openxmlformats.org/drawingml/2006/main">
              <a:ext uri="{FF2B5EF4-FFF2-40B4-BE49-F238E27FC236}">
                <a16:creationId xmlns:a16="http://schemas.microsoft.com/office/drawing/2014/main" id="{D92108D4-A372-4306-8E9D-8AFA3EC18A48}"/>
              </a:ext>
            </a:extLst>
          </p:cNvPr>
          <p:cNvSpPr>
            <a:spLocks xmlns:a="http://schemas.openxmlformats.org/drawingml/2006/main" noGrp="1"/>
          </p:cNvSpPr>
          <p:nvPr/>
        </p:nvSpPr>
        <p:spPr>
          <a:xfrm xmlns:a="http://schemas.openxmlformats.org/drawingml/2006/main">
            <a:off x="781050" y="42576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Người mua</a:t>
            </a:r>
          </a:p>
        </p:txBody>
      </p:sp>
      <p:sp>
        <p:nvSpPr>
          <p:cNvPr id="37" name="">
            <a:extLst xmlns:a="http://schemas.openxmlformats.org/drawingml/2006/main">
              <a:ext uri="{FF2B5EF4-FFF2-40B4-BE49-F238E27FC236}">
                <a16:creationId xmlns:a16="http://schemas.microsoft.com/office/drawing/2014/main" id="{66D2E21D-73AF-4426-B027-7D9F730A98FC}"/>
              </a:ext>
            </a:extLst>
          </p:cNvPr>
          <p:cNvSpPr>
            <a:spLocks xmlns:a="http://schemas.openxmlformats.org/drawingml/2006/main" noGrp="1"/>
          </p:cNvSpPr>
          <p:nvPr/>
        </p:nvSpPr>
        <p:spPr>
          <a:xfrm xmlns:a="http://schemas.openxmlformats.org/drawingml/2006/main">
            <a:off x="3067050" y="4181475"/>
            <a:ext cx="37147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38" name="">
            <a:extLst xmlns:a="http://schemas.openxmlformats.org/drawingml/2006/main">
              <a:ext uri="{FF2B5EF4-FFF2-40B4-BE49-F238E27FC236}">
                <a16:creationId xmlns:a16="http://schemas.microsoft.com/office/drawing/2014/main" id="{04B3A51B-4D60-4196-B70F-95F27391C431}"/>
              </a:ext>
            </a:extLst>
          </p:cNvPr>
          <p:cNvSpPr>
            <a:spLocks xmlns:a="http://schemas.openxmlformats.org/drawingml/2006/main" noGrp="1"/>
          </p:cNvSpPr>
          <p:nvPr/>
        </p:nvSpPr>
        <p:spPr>
          <a:xfrm xmlns:a="http://schemas.openxmlformats.org/drawingml/2006/main">
            <a:off x="3162300" y="4257675"/>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user_id khớp user đăng nhập</a:t>
            </a:r>
          </a:p>
        </p:txBody>
      </p:sp>
      <p:sp>
        <p:nvSpPr>
          <p:cNvPr id="39" name="">
            <a:extLst xmlns:a="http://schemas.openxmlformats.org/drawingml/2006/main">
              <a:ext uri="{FF2B5EF4-FFF2-40B4-BE49-F238E27FC236}">
                <a16:creationId xmlns:a16="http://schemas.microsoft.com/office/drawing/2014/main" id="{1C3BAC8E-B36C-43E5-A93A-FB3E4DA565CB}"/>
              </a:ext>
            </a:extLst>
          </p:cNvPr>
          <p:cNvSpPr>
            <a:spLocks xmlns:a="http://schemas.openxmlformats.org/drawingml/2006/main" noGrp="1"/>
          </p:cNvSpPr>
          <p:nvPr/>
        </p:nvSpPr>
        <p:spPr>
          <a:xfrm xmlns:a="http://schemas.openxmlformats.org/drawingml/2006/main">
            <a:off x="6781800" y="4181475"/>
            <a:ext cx="47244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40" name="">
            <a:extLst xmlns:a="http://schemas.openxmlformats.org/drawingml/2006/main">
              <a:ext uri="{FF2B5EF4-FFF2-40B4-BE49-F238E27FC236}">
                <a16:creationId xmlns:a16="http://schemas.microsoft.com/office/drawing/2014/main" id="{E367BE4A-B118-4586-9517-36548E5551FE}"/>
              </a:ext>
            </a:extLst>
          </p:cNvPr>
          <p:cNvSpPr>
            <a:spLocks xmlns:a="http://schemas.openxmlformats.org/drawingml/2006/main" noGrp="1"/>
          </p:cNvSpPr>
          <p:nvPr/>
        </p:nvSpPr>
        <p:spPr>
          <a:xfrm xmlns:a="http://schemas.openxmlformats.org/drawingml/2006/main">
            <a:off x="6877050" y="4257675"/>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user_id khớp user đăng nhập</a:t>
            </a:r>
          </a:p>
        </p:txBody>
      </p:sp>
      <p:sp>
        <p:nvSpPr>
          <p:cNvPr id="41" name="">
            <a:extLst xmlns:a="http://schemas.openxmlformats.org/drawingml/2006/main">
              <a:ext uri="{FF2B5EF4-FFF2-40B4-BE49-F238E27FC236}">
                <a16:creationId xmlns:a16="http://schemas.microsoft.com/office/drawing/2014/main" id="{BA20177A-6CBA-4082-8E6B-2E356DEE4ECB}"/>
              </a:ext>
            </a:extLst>
          </p:cNvPr>
          <p:cNvSpPr>
            <a:spLocks xmlns:a="http://schemas.openxmlformats.org/drawingml/2006/main" noGrp="1"/>
          </p:cNvSpPr>
          <p:nvPr/>
        </p:nvSpPr>
        <p:spPr>
          <a:xfrm xmlns:a="http://schemas.openxmlformats.org/drawingml/2006/main">
            <a:off x="685800" y="4676775"/>
            <a:ext cx="23812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42" name="">
            <a:extLst xmlns:a="http://schemas.openxmlformats.org/drawingml/2006/main">
              <a:ext uri="{FF2B5EF4-FFF2-40B4-BE49-F238E27FC236}">
                <a16:creationId xmlns:a16="http://schemas.microsoft.com/office/drawing/2014/main" id="{60166C80-7270-4B21-8FC1-ADF63A125845}"/>
              </a:ext>
            </a:extLst>
          </p:cNvPr>
          <p:cNvSpPr>
            <a:spLocks xmlns:a="http://schemas.openxmlformats.org/drawingml/2006/main" noGrp="1"/>
          </p:cNvSpPr>
          <p:nvPr/>
        </p:nvSpPr>
        <p:spPr>
          <a:xfrm xmlns:a="http://schemas.openxmlformats.org/drawingml/2006/main">
            <a:off x="781050" y="4752975"/>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Kết quả</a:t>
            </a:r>
          </a:p>
        </p:txBody>
      </p:sp>
      <p:sp>
        <p:nvSpPr>
          <p:cNvPr id="43" name="">
            <a:extLst xmlns:a="http://schemas.openxmlformats.org/drawingml/2006/main">
              <a:ext uri="{FF2B5EF4-FFF2-40B4-BE49-F238E27FC236}">
                <a16:creationId xmlns:a16="http://schemas.microsoft.com/office/drawing/2014/main" id="{44B021FB-F774-4D92-BB2B-BAF7DB617BEC}"/>
              </a:ext>
            </a:extLst>
          </p:cNvPr>
          <p:cNvSpPr>
            <a:spLocks xmlns:a="http://schemas.openxmlformats.org/drawingml/2006/main" noGrp="1"/>
          </p:cNvSpPr>
          <p:nvPr/>
        </p:nvSpPr>
        <p:spPr>
          <a:xfrm xmlns:a="http://schemas.openxmlformats.org/drawingml/2006/main">
            <a:off x="3067050" y="4676775"/>
            <a:ext cx="371475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44" name="">
            <a:extLst xmlns:a="http://schemas.openxmlformats.org/drawingml/2006/main">
              <a:ext uri="{FF2B5EF4-FFF2-40B4-BE49-F238E27FC236}">
                <a16:creationId xmlns:a16="http://schemas.microsoft.com/office/drawing/2014/main" id="{3A8D2D91-5A81-473B-A62B-61DC9011EC36}"/>
              </a:ext>
            </a:extLst>
          </p:cNvPr>
          <p:cNvSpPr>
            <a:spLocks xmlns:a="http://schemas.openxmlformats.org/drawingml/2006/main" noGrp="1"/>
          </p:cNvSpPr>
          <p:nvPr/>
        </p:nvSpPr>
        <p:spPr>
          <a:xfrm xmlns:a="http://schemas.openxmlformats.org/drawingml/2006/main">
            <a:off x="3162300" y="4752975"/>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total_amount đúng; status pending</a:t>
            </a:r>
          </a:p>
        </p:txBody>
      </p:sp>
      <p:sp>
        <p:nvSpPr>
          <p:cNvPr id="45" name="">
            <a:extLst xmlns:a="http://schemas.openxmlformats.org/drawingml/2006/main">
              <a:ext uri="{FF2B5EF4-FFF2-40B4-BE49-F238E27FC236}">
                <a16:creationId xmlns:a16="http://schemas.microsoft.com/office/drawing/2014/main" id="{0E621D01-DBDD-4734-B97E-E469899BBBA8}"/>
              </a:ext>
            </a:extLst>
          </p:cNvPr>
          <p:cNvSpPr>
            <a:spLocks xmlns:a="http://schemas.openxmlformats.org/drawingml/2006/main" noGrp="1"/>
          </p:cNvSpPr>
          <p:nvPr/>
        </p:nvSpPr>
        <p:spPr>
          <a:xfrm xmlns:a="http://schemas.openxmlformats.org/drawingml/2006/main">
            <a:off x="6781800" y="4676775"/>
            <a:ext cx="4724400" cy="49530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46" name="">
            <a:extLst xmlns:a="http://schemas.openxmlformats.org/drawingml/2006/main">
              <a:ext uri="{FF2B5EF4-FFF2-40B4-BE49-F238E27FC236}">
                <a16:creationId xmlns:a16="http://schemas.microsoft.com/office/drawing/2014/main" id="{35C5BF81-E3AD-4A93-92BC-CD9E0944A507}"/>
              </a:ext>
            </a:extLst>
          </p:cNvPr>
          <p:cNvSpPr>
            <a:spLocks xmlns:a="http://schemas.openxmlformats.org/drawingml/2006/main" noGrp="1"/>
          </p:cNvSpPr>
          <p:nvPr/>
        </p:nvSpPr>
        <p:spPr>
          <a:xfrm xmlns:a="http://schemas.openxmlformats.org/drawingml/2006/main">
            <a:off x="6877050" y="4752975"/>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172033"/>
                </a:solidFill>
              </a:defRPr>
            </a:pPr>
            <a:r>
              <a:rPr sz="1275" b="0">
                <a:solidFill>
                  <a:srgbClr val="172033"/>
                </a:solidFill>
              </a:rPr>
              <a:t>total_amount đúng; status pending</a:t>
            </a:r>
          </a:p>
        </p:txBody>
      </p:sp>
    </p:spTree>
    <p:extLst>
      <p:ext uri="{BB962C8B-B14F-4D97-AF65-F5344CB8AC3E}">
        <p14:creationId xmlns:p14="http://schemas.microsoft.com/office/powerpoint/2010/main" val="63393258"/>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9379081-B69A-4AC5-A478-1F558A87AD4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36B7EE5-9D43-4227-B981-C28809EFD48B}"/>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LIVE DEMO TONIC.AI</a:t>
            </a:r>
          </a:p>
        </p:txBody>
      </p:sp>
      <p:sp>
        <p:nvSpPr>
          <p:cNvPr id="3" name="">
            <a:extLst xmlns:a="http://schemas.openxmlformats.org/drawingml/2006/main">
              <a:ext uri="{FF2B5EF4-FFF2-40B4-BE49-F238E27FC236}">
                <a16:creationId xmlns:a16="http://schemas.microsoft.com/office/drawing/2014/main" id="{CF9C65F0-5CE7-49D3-8FE8-39192105C816}"/>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Mask dữ liệu users trước khi dùng cho test</a:t>
            </a:r>
          </a:p>
        </p:txBody>
      </p:sp>
      <p:sp>
        <p:nvSpPr>
          <p:cNvPr id="4" name="">
            <a:extLst xmlns:a="http://schemas.openxmlformats.org/drawingml/2006/main">
              <a:ext uri="{FF2B5EF4-FFF2-40B4-BE49-F238E27FC236}">
                <a16:creationId xmlns:a16="http://schemas.microsoft.com/office/drawing/2014/main" id="{6154C953-5142-4344-ABBB-A264857207DB}"/>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Giữ cấu trúc, thay dữ liệu nhạy cảm</a:t>
            </a:r>
          </a:p>
        </p:txBody>
      </p:sp>
      <p:sp>
        <p:nvSpPr>
          <p:cNvPr id="5" name="">
            <a:extLst xmlns:a="http://schemas.openxmlformats.org/drawingml/2006/main">
              <a:ext uri="{FF2B5EF4-FFF2-40B4-BE49-F238E27FC236}">
                <a16:creationId xmlns:a16="http://schemas.microsoft.com/office/drawing/2014/main" id="{F32A2BF0-57A8-4DB5-9173-E75A57C620AC}"/>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11 / 16</a:t>
            </a:r>
          </a:p>
        </p:txBody>
      </p:sp>
      <p:sp>
        <p:nvSpPr>
          <p:cNvPr id="6" name="">
            <a:extLst xmlns:a="http://schemas.openxmlformats.org/drawingml/2006/main">
              <a:ext uri="{FF2B5EF4-FFF2-40B4-BE49-F238E27FC236}">
                <a16:creationId xmlns:a16="http://schemas.microsoft.com/office/drawing/2014/main" id="{81BCA38B-8D33-491A-A5D8-5DB0A30D1CAF}"/>
              </a:ext>
            </a:extLst>
          </p:cNvPr>
          <p:cNvSpPr>
            <a:spLocks xmlns:a="http://schemas.openxmlformats.org/drawingml/2006/main" noGrp="1"/>
          </p:cNvSpPr>
          <p:nvPr/>
        </p:nvSpPr>
        <p:spPr>
          <a:xfrm xmlns:a="http://schemas.openxmlformats.org/drawingml/2006/main">
            <a:off x="0" y="6810375"/>
            <a:ext cx="843915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95474ED-D999-427E-A233-AE66AD5894EE}"/>
              </a:ext>
            </a:extLst>
          </p:cNvPr>
          <p:cNvSpPr>
            <a:spLocks xmlns:a="http://schemas.openxmlformats.org/drawingml/2006/main" noGrp="1"/>
          </p:cNvSpPr>
          <p:nvPr/>
        </p:nvSpPr>
        <p:spPr>
          <a:xfrm xmlns:a="http://schemas.openxmlformats.org/drawingml/2006/main">
            <a:off x="685800" y="1809750"/>
            <a:ext cx="4953000" cy="385762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305c7e250a204801"/>
          <a:stretch xmlns:a="http://schemas.openxmlformats.org/drawingml/2006/main"/>
        </p:blipFill>
        <p:spPr>
          <a:xfrm xmlns:a="http://schemas.openxmlformats.org/drawingml/2006/main">
            <a:off x="762000" y="2209304"/>
            <a:ext cx="4800600" cy="3058518"/>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9A7EE9C-0D0F-4AE4-A9E9-76B3300003C2}"/>
              </a:ext>
            </a:extLst>
          </p:cNvPr>
          <p:cNvSpPr>
            <a:spLocks xmlns:a="http://schemas.openxmlformats.org/drawingml/2006/main" noGrp="1"/>
          </p:cNvSpPr>
          <p:nvPr/>
        </p:nvSpPr>
        <p:spPr>
          <a:xfrm xmlns:a="http://schemas.openxmlformats.org/drawingml/2006/main">
            <a:off x="6096000" y="214312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1. Upload users.csv vào File Group users</a:t>
            </a:r>
          </a:p>
        </p:txBody>
      </p:sp>
      <p:sp>
        <p:nvSpPr>
          <p:cNvPr id="10" name="">
            <a:extLst xmlns:a="http://schemas.openxmlformats.org/drawingml/2006/main">
              <a:ext uri="{FF2B5EF4-FFF2-40B4-BE49-F238E27FC236}">
                <a16:creationId xmlns:a16="http://schemas.microsoft.com/office/drawing/2014/main" id="{2EDBF387-AB06-4D10-9F46-11A491671047}"/>
              </a:ext>
            </a:extLst>
          </p:cNvPr>
          <p:cNvSpPr>
            <a:spLocks xmlns:a="http://schemas.openxmlformats.org/drawingml/2006/main" noGrp="1"/>
          </p:cNvSpPr>
          <p:nvPr/>
        </p:nvSpPr>
        <p:spPr>
          <a:xfrm xmlns:a="http://schemas.openxmlformats.org/drawingml/2006/main">
            <a:off x="6096000" y="265747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2. Gán generator cho name, email và phone</a:t>
            </a:r>
          </a:p>
        </p:txBody>
      </p:sp>
      <p:sp>
        <p:nvSpPr>
          <p:cNvPr id="11" name="">
            <a:extLst xmlns:a="http://schemas.openxmlformats.org/drawingml/2006/main">
              <a:ext uri="{FF2B5EF4-FFF2-40B4-BE49-F238E27FC236}">
                <a16:creationId xmlns:a16="http://schemas.microsoft.com/office/drawing/2014/main" id="{4CED5D96-70B7-4D3E-B55C-A58141E0099B}"/>
              </a:ext>
            </a:extLst>
          </p:cNvPr>
          <p:cNvSpPr>
            <a:spLocks xmlns:a="http://schemas.openxmlformats.org/drawingml/2006/main" noGrp="1"/>
          </p:cNvSpPr>
          <p:nvPr/>
        </p:nvSpPr>
        <p:spPr>
          <a:xfrm xmlns:a="http://schemas.openxmlformats.org/drawingml/2006/main">
            <a:off x="6096000" y="317182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3. Scramble password; mask shipping_address</a:t>
            </a:r>
          </a:p>
        </p:txBody>
      </p:sp>
      <p:sp>
        <p:nvSpPr>
          <p:cNvPr id="12" name="">
            <a:extLst xmlns:a="http://schemas.openxmlformats.org/drawingml/2006/main">
              <a:ext uri="{FF2B5EF4-FFF2-40B4-BE49-F238E27FC236}">
                <a16:creationId xmlns:a16="http://schemas.microsoft.com/office/drawing/2014/main" id="{F010F4E8-3AB5-45FB-B466-168197DEC054}"/>
              </a:ext>
            </a:extLst>
          </p:cNvPr>
          <p:cNvSpPr>
            <a:spLocks xmlns:a="http://schemas.openxmlformats.org/drawingml/2006/main" noGrp="1"/>
          </p:cNvSpPr>
          <p:nvPr/>
        </p:nvSpPr>
        <p:spPr>
          <a:xfrm xmlns:a="http://schemas.openxmlformats.org/drawingml/2006/main">
            <a:off x="6096000" y="3686175"/>
            <a:ext cx="5143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4. Run Generation và tải CSV đã mask</a:t>
            </a:r>
          </a:p>
        </p:txBody>
      </p:sp>
      <p:sp>
        <p:nvSpPr>
          <p:cNvPr id="13" name="">
            <a:extLst xmlns:a="http://schemas.openxmlformats.org/drawingml/2006/main">
              <a:ext uri="{FF2B5EF4-FFF2-40B4-BE49-F238E27FC236}">
                <a16:creationId xmlns:a16="http://schemas.microsoft.com/office/drawing/2014/main" id="{37433743-FF1B-4B85-8203-09C0BF46279B}"/>
              </a:ext>
            </a:extLst>
          </p:cNvPr>
          <p:cNvSpPr>
            <a:spLocks xmlns:a="http://schemas.openxmlformats.org/drawingml/2006/main" noGrp="1"/>
          </p:cNvSpPr>
          <p:nvPr/>
        </p:nvSpPr>
        <p:spPr>
          <a:xfrm xmlns:a="http://schemas.openxmlformats.org/drawingml/2006/main">
            <a:off x="6096000" y="4476750"/>
            <a:ext cx="514350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4" name="">
            <a:extLst xmlns:a="http://schemas.openxmlformats.org/drawingml/2006/main">
              <a:ext uri="{FF2B5EF4-FFF2-40B4-BE49-F238E27FC236}">
                <a16:creationId xmlns:a16="http://schemas.microsoft.com/office/drawing/2014/main" id="{B95C123F-8FE7-4273-A0C3-1420A56C3D67}"/>
              </a:ext>
            </a:extLst>
          </p:cNvPr>
          <p:cNvSpPr>
            <a:spLocks xmlns:a="http://schemas.openxmlformats.org/drawingml/2006/main" noGrp="1"/>
          </p:cNvSpPr>
          <p:nvPr/>
        </p:nvSpPr>
        <p:spPr>
          <a:xfrm xmlns:a="http://schemas.openxmlformats.org/drawingml/2006/main">
            <a:off x="6096000" y="4476750"/>
            <a:ext cx="514350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EF6FE33-7CFA-443E-9153-99F7D7B8A6C7}"/>
              </a:ext>
            </a:extLst>
          </p:cNvPr>
          <p:cNvSpPr>
            <a:spLocks xmlns:a="http://schemas.openxmlformats.org/drawingml/2006/main" noGrp="1"/>
          </p:cNvSpPr>
          <p:nvPr/>
        </p:nvSpPr>
        <p:spPr>
          <a:xfrm xmlns:a="http://schemas.openxmlformats.org/drawingml/2006/main">
            <a:off x="6286500" y="4714875"/>
            <a:ext cx="476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172033"/>
                </a:solidFill>
              </a:defRPr>
            </a:pPr>
            <a:r>
              <a:rPr sz="1500" b="1">
                <a:solidFill>
                  <a:srgbClr val="172033"/>
                </a:solidFill>
              </a:rPr>
              <a:t>Giữ id và role để quan hệ đơn hàng và phân quyền vẫn dùng được.</a:t>
            </a:r>
          </a:p>
        </p:txBody>
      </p:sp>
    </p:spTree>
    <p:extLst>
      <p:ext uri="{BB962C8B-B14F-4D97-AF65-F5344CB8AC3E}">
        <p14:creationId xmlns:p14="http://schemas.microsoft.com/office/powerpoint/2010/main" val="401244632"/>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E7A5A38-5F65-4022-A492-3483A3C5E937}"/>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559EC30-C48E-4F65-AE4C-BD88F80AE708}"/>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GIỚI HẠN HIỆN TẠI</a:t>
            </a:r>
          </a:p>
        </p:txBody>
      </p:sp>
      <p:sp>
        <p:nvSpPr>
          <p:cNvPr id="3" name="">
            <a:extLst xmlns:a="http://schemas.openxmlformats.org/drawingml/2006/main">
              <a:ext uri="{FF2B5EF4-FFF2-40B4-BE49-F238E27FC236}">
                <a16:creationId xmlns:a16="http://schemas.microsoft.com/office/drawing/2014/main" id="{EBBFA3C1-1504-4E0E-905C-92C1676F8875}"/>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Demo chứng minh quy trình, chưa chứng minh tính di động</a:t>
            </a:r>
          </a:p>
        </p:txBody>
      </p:sp>
      <p:sp>
        <p:nvSpPr>
          <p:cNvPr id="4" name="">
            <a:extLst xmlns:a="http://schemas.openxmlformats.org/drawingml/2006/main">
              <a:ext uri="{FF2B5EF4-FFF2-40B4-BE49-F238E27FC236}">
                <a16:creationId xmlns:a16="http://schemas.microsoft.com/office/drawing/2014/main" id="{079B79A7-D1D9-4578-A9FA-156117155068}"/>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Proof of concept</a:t>
            </a:r>
          </a:p>
        </p:txBody>
      </p:sp>
      <p:sp>
        <p:nvSpPr>
          <p:cNvPr id="5" name="">
            <a:extLst xmlns:a="http://schemas.openxmlformats.org/drawingml/2006/main">
              <a:ext uri="{FF2B5EF4-FFF2-40B4-BE49-F238E27FC236}">
                <a16:creationId xmlns:a16="http://schemas.microsoft.com/office/drawing/2014/main" id="{8EB46253-E296-4A2D-A0E7-6AD2E51C82C9}"/>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12 / 16</a:t>
            </a:r>
          </a:p>
        </p:txBody>
      </p:sp>
      <p:sp>
        <p:nvSpPr>
          <p:cNvPr id="6" name="">
            <a:extLst xmlns:a="http://schemas.openxmlformats.org/drawingml/2006/main">
              <a:ext uri="{FF2B5EF4-FFF2-40B4-BE49-F238E27FC236}">
                <a16:creationId xmlns:a16="http://schemas.microsoft.com/office/drawing/2014/main" id="{45E7CAC9-8A0B-42D2-A622-398A5FAE65C0}"/>
              </a:ext>
            </a:extLst>
          </p:cNvPr>
          <p:cNvSpPr>
            <a:spLocks xmlns:a="http://schemas.openxmlformats.org/drawingml/2006/main" noGrp="1"/>
          </p:cNvSpPr>
          <p:nvPr/>
        </p:nvSpPr>
        <p:spPr>
          <a:xfrm xmlns:a="http://schemas.openxmlformats.org/drawingml/2006/main">
            <a:off x="0" y="6810375"/>
            <a:ext cx="9382125"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786F6BA-0229-4EE3-85B8-5514FED6C593}"/>
              </a:ext>
            </a:extLst>
          </p:cNvPr>
          <p:cNvSpPr>
            <a:spLocks xmlns:a="http://schemas.openxmlformats.org/drawingml/2006/main" noGrp="1"/>
          </p:cNvSpPr>
          <p:nvPr/>
        </p:nvSpPr>
        <p:spPr>
          <a:xfrm xmlns:a="http://schemas.openxmlformats.org/drawingml/2006/main">
            <a:off x="685800" y="1952625"/>
            <a:ext cx="5219700" cy="2857500"/>
          </a:xfrm>
          <a:prstGeom xmlns:a="http://schemas.openxmlformats.org/drawingml/2006/main" prst="rect">
            <a:avLst/>
          </a:prstGeom>
          <a:solidFill xmlns:a="http://schemas.openxmlformats.org/drawingml/2006/main">
            <a:srgbClr val="121A2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465F1B-FEED-4AC9-A422-44FD46CD8474}"/>
              </a:ext>
            </a:extLst>
          </p:cNvPr>
          <p:cNvSpPr>
            <a:spLocks xmlns:a="http://schemas.openxmlformats.org/drawingml/2006/main" noGrp="1"/>
          </p:cNvSpPr>
          <p:nvPr/>
        </p:nvSpPr>
        <p:spPr>
          <a:xfrm xmlns:a="http://schemas.openxmlformats.org/drawingml/2006/main">
            <a:off x="685800" y="1952625"/>
            <a:ext cx="47625" cy="28575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64D2642-A0B2-40CC-AE4B-E73AA26BD199}"/>
              </a:ext>
            </a:extLst>
          </p:cNvPr>
          <p:cNvSpPr>
            <a:spLocks xmlns:a="http://schemas.openxmlformats.org/drawingml/2006/main" noGrp="1"/>
          </p:cNvSpPr>
          <p:nvPr/>
        </p:nvSpPr>
        <p:spPr>
          <a:xfrm xmlns:a="http://schemas.openxmlformats.org/drawingml/2006/main">
            <a:off x="914400" y="2143125"/>
            <a:ext cx="4819650" cy="2552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D9E5F5"/>
                </a:solidFill>
              </a:defRPr>
            </a:pPr>
            <a:r>
              <a:rPr sz="1350" b="0">
                <a:solidFill>
                  <a:srgbClr val="D9E5F5"/>
                </a:solidFill>
              </a:rPr>
              <a:t>DriverManager.getConnection(</a:t>
            </a:r>
          </a:p>
          <a:p xmlns:a="http://schemas.openxmlformats.org/drawingml/2006/main">
            <a:pPr algn="l">
              <a:buNone/>
              <a:defRPr sz="1350" b="0">
                <a:solidFill>
                  <a:srgbClr val="D9E5F5"/>
                </a:solidFill>
              </a:defRPr>
            </a:pPr>
            <a:r>
              <a:rPr sz="1350" b="0">
                <a:solidFill>
                  <a:srgbClr val="D9E5F5"/>
                </a:solidFill>
              </a:rPr>
              <a:t>  "jdbc:hsqldb:mem:rider_hello...",</a:t>
            </a:r>
          </a:p>
          <a:p xmlns:a="http://schemas.openxmlformats.org/drawingml/2006/main">
            <a:pPr algn="l">
              <a:buNone/>
              <a:defRPr sz="1350" b="0">
                <a:solidFill>
                  <a:srgbClr val="D9E5F5"/>
                </a:solidFill>
              </a:defRPr>
            </a:pPr>
            <a:r>
              <a:rPr sz="1350" b="0">
                <a:solidFill>
                  <a:srgbClr val="D9E5F5"/>
                </a:solidFill>
              </a:rPr>
              <a:t>  "sa", "");</a:t>
            </a:r>
          </a:p>
          <a:p xmlns:a="http://schemas.openxmlformats.org/drawingml/2006/main">
            <a:r>
              <a:t/>
            </a:r>
          </a:p>
          <a:p xmlns:a="http://schemas.openxmlformats.org/drawingml/2006/main">
            <a:pPr algn="l">
              <a:buNone/>
              <a:defRPr sz="1350" b="0">
                <a:solidFill>
                  <a:srgbClr val="D9E5F5"/>
                </a:solidFill>
              </a:defRPr>
            </a:pPr>
            <a:r>
              <a:rPr sz="1350" b="0">
                <a:solidFill>
                  <a:srgbClr val="D9E5F5"/>
                </a:solidFill>
              </a:rPr>
              <a:t>statement.execute(</a:t>
            </a:r>
          </a:p>
          <a:p xmlns:a="http://schemas.openxmlformats.org/drawingml/2006/main">
            <a:pPr algn="l">
              <a:buNone/>
              <a:defRPr sz="1350" b="0">
                <a:solidFill>
                  <a:srgbClr val="D9E5F5"/>
                </a:solidFill>
              </a:defRPr>
            </a:pPr>
            <a:r>
              <a:rPr sz="1350" b="0">
                <a:solidFill>
                  <a:srgbClr val="D9E5F5"/>
                </a:solidFill>
              </a:rPr>
              <a:t>  "CREATE TABLE PRODUCT (...)");</a:t>
            </a:r>
          </a:p>
          <a:p xmlns:a="http://schemas.openxmlformats.org/drawingml/2006/main">
            <a:r>
              <a:t/>
            </a:r>
          </a:p>
          <a:p xmlns:a="http://schemas.openxmlformats.org/drawingml/2006/main">
            <a:pPr algn="l">
              <a:buNone/>
              <a:defRPr sz="1350" b="0">
                <a:solidFill>
                  <a:srgbClr val="D9E5F5"/>
                </a:solidFill>
              </a:defRPr>
            </a:pPr>
            <a:r>
              <a:rPr sz="1350" b="0">
                <a:solidFill>
                  <a:srgbClr val="D9E5F5"/>
                </a:solidFill>
              </a:rPr>
              <a:t>assertEquals(2, resultSet.getInt(1));</a:t>
            </a:r>
          </a:p>
        </p:txBody>
      </p:sp>
      <p:sp>
        <p:nvSpPr>
          <p:cNvPr id="10" name="">
            <a:extLst xmlns:a="http://schemas.openxmlformats.org/drawingml/2006/main">
              <a:ext uri="{FF2B5EF4-FFF2-40B4-BE49-F238E27FC236}">
                <a16:creationId xmlns:a16="http://schemas.microsoft.com/office/drawing/2014/main" id="{C8C06EB7-09D3-43E0-97D5-46DBE17D2340}"/>
              </a:ext>
            </a:extLst>
          </p:cNvPr>
          <p:cNvSpPr>
            <a:spLocks xmlns:a="http://schemas.openxmlformats.org/drawingml/2006/main" noGrp="1"/>
          </p:cNvSpPr>
          <p:nvPr/>
        </p:nvSpPr>
        <p:spPr>
          <a:xfrm xmlns:a="http://schemas.openxmlformats.org/drawingml/2006/main">
            <a:off x="6305550" y="1952625"/>
            <a:ext cx="5200650" cy="55245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11" name="">
            <a:extLst xmlns:a="http://schemas.openxmlformats.org/drawingml/2006/main">
              <a:ext uri="{FF2B5EF4-FFF2-40B4-BE49-F238E27FC236}">
                <a16:creationId xmlns:a16="http://schemas.microsoft.com/office/drawing/2014/main" id="{16F4FA5B-0739-4375-A868-CABC918DAAC2}"/>
              </a:ext>
            </a:extLst>
          </p:cNvPr>
          <p:cNvSpPr>
            <a:spLocks xmlns:a="http://schemas.openxmlformats.org/drawingml/2006/main" noGrp="1"/>
          </p:cNvSpPr>
          <p:nvPr/>
        </p:nvSpPr>
        <p:spPr>
          <a:xfrm xmlns:a="http://schemas.openxmlformats.org/drawingml/2006/main">
            <a:off x="6305550" y="1952625"/>
            <a:ext cx="47625" cy="5524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D4C406F-7398-45C2-AE39-E21AAEDC8407}"/>
              </a:ext>
            </a:extLst>
          </p:cNvPr>
          <p:cNvSpPr>
            <a:spLocks xmlns:a="http://schemas.openxmlformats.org/drawingml/2006/main" noGrp="1"/>
          </p:cNvSpPr>
          <p:nvPr/>
        </p:nvSpPr>
        <p:spPr>
          <a:xfrm xmlns:a="http://schemas.openxmlformats.org/drawingml/2006/main">
            <a:off x="6477000" y="2066925"/>
            <a:ext cx="4895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Database engine và thông tin kết nối bị cố định</a:t>
            </a:r>
          </a:p>
        </p:txBody>
      </p:sp>
      <p:sp>
        <p:nvSpPr>
          <p:cNvPr id="13" name="">
            <a:extLst xmlns:a="http://schemas.openxmlformats.org/drawingml/2006/main">
              <a:ext uri="{FF2B5EF4-FFF2-40B4-BE49-F238E27FC236}">
                <a16:creationId xmlns:a16="http://schemas.microsoft.com/office/drawing/2014/main" id="{7C8BFD54-53A0-4387-8C25-3C8896C758AD}"/>
              </a:ext>
            </a:extLst>
          </p:cNvPr>
          <p:cNvSpPr>
            <a:spLocks xmlns:a="http://schemas.openxmlformats.org/drawingml/2006/main" noGrp="1"/>
          </p:cNvSpPr>
          <p:nvPr/>
        </p:nvSpPr>
        <p:spPr>
          <a:xfrm xmlns:a="http://schemas.openxmlformats.org/drawingml/2006/main">
            <a:off x="6305550" y="2676525"/>
            <a:ext cx="5200650" cy="55245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14" name="">
            <a:extLst xmlns:a="http://schemas.openxmlformats.org/drawingml/2006/main">
              <a:ext uri="{FF2B5EF4-FFF2-40B4-BE49-F238E27FC236}">
                <a16:creationId xmlns:a16="http://schemas.microsoft.com/office/drawing/2014/main" id="{CBAE15E8-83A6-4C39-B5D5-A8C6025A0F53}"/>
              </a:ext>
            </a:extLst>
          </p:cNvPr>
          <p:cNvSpPr>
            <a:spLocks xmlns:a="http://schemas.openxmlformats.org/drawingml/2006/main" noGrp="1"/>
          </p:cNvSpPr>
          <p:nvPr/>
        </p:nvSpPr>
        <p:spPr>
          <a:xfrm xmlns:a="http://schemas.openxmlformats.org/drawingml/2006/main">
            <a:off x="6305550" y="2676525"/>
            <a:ext cx="47625" cy="5524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5DDD91F-9471-4F42-A692-955F2EDF9BC4}"/>
              </a:ext>
            </a:extLst>
          </p:cNvPr>
          <p:cNvSpPr>
            <a:spLocks xmlns:a="http://schemas.openxmlformats.org/drawingml/2006/main" noGrp="1"/>
          </p:cNvSpPr>
          <p:nvPr/>
        </p:nvSpPr>
        <p:spPr>
          <a:xfrm xmlns:a="http://schemas.openxmlformats.org/drawingml/2006/main">
            <a:off x="6477000" y="2790825"/>
            <a:ext cx="4895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DDL và tên bảng nằm trong mã test</a:t>
            </a:r>
          </a:p>
        </p:txBody>
      </p:sp>
      <p:sp>
        <p:nvSpPr>
          <p:cNvPr id="16" name="">
            <a:extLst xmlns:a="http://schemas.openxmlformats.org/drawingml/2006/main">
              <a:ext uri="{FF2B5EF4-FFF2-40B4-BE49-F238E27FC236}">
                <a16:creationId xmlns:a16="http://schemas.microsoft.com/office/drawing/2014/main" id="{0F78C366-F80B-49DF-9214-1115F7C49950}"/>
              </a:ext>
            </a:extLst>
          </p:cNvPr>
          <p:cNvSpPr>
            <a:spLocks xmlns:a="http://schemas.openxmlformats.org/drawingml/2006/main" noGrp="1"/>
          </p:cNvSpPr>
          <p:nvPr/>
        </p:nvSpPr>
        <p:spPr>
          <a:xfrm xmlns:a="http://schemas.openxmlformats.org/drawingml/2006/main">
            <a:off x="6305550" y="3400425"/>
            <a:ext cx="5200650" cy="55245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17" name="">
            <a:extLst xmlns:a="http://schemas.openxmlformats.org/drawingml/2006/main">
              <a:ext uri="{FF2B5EF4-FFF2-40B4-BE49-F238E27FC236}">
                <a16:creationId xmlns:a16="http://schemas.microsoft.com/office/drawing/2014/main" id="{BCBA71F1-F5AD-4E10-83D4-9C808272D16A}"/>
              </a:ext>
            </a:extLst>
          </p:cNvPr>
          <p:cNvSpPr>
            <a:spLocks xmlns:a="http://schemas.openxmlformats.org/drawingml/2006/main" noGrp="1"/>
          </p:cNvSpPr>
          <p:nvPr/>
        </p:nvSpPr>
        <p:spPr>
          <a:xfrm xmlns:a="http://schemas.openxmlformats.org/drawingml/2006/main">
            <a:off x="6305550" y="3400425"/>
            <a:ext cx="47625" cy="5524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FF57E3D-4976-4692-827B-F43B2AF08B5F}"/>
              </a:ext>
            </a:extLst>
          </p:cNvPr>
          <p:cNvSpPr>
            <a:spLocks xmlns:a="http://schemas.openxmlformats.org/drawingml/2006/main" noGrp="1"/>
          </p:cNvSpPr>
          <p:nvPr/>
        </p:nvSpPr>
        <p:spPr>
          <a:xfrm xmlns:a="http://schemas.openxmlformats.org/drawingml/2006/main">
            <a:off x="6477000" y="3514725"/>
            <a:ext cx="4895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Đường dẫn dataset và truy vấn SQL bị cố định</a:t>
            </a:r>
          </a:p>
        </p:txBody>
      </p:sp>
      <p:sp>
        <p:nvSpPr>
          <p:cNvPr id="19" name="">
            <a:extLst xmlns:a="http://schemas.openxmlformats.org/drawingml/2006/main">
              <a:ext uri="{FF2B5EF4-FFF2-40B4-BE49-F238E27FC236}">
                <a16:creationId xmlns:a16="http://schemas.microsoft.com/office/drawing/2014/main" id="{A3337C28-E3FC-4E6E-91BB-3B6C1720D381}"/>
              </a:ext>
            </a:extLst>
          </p:cNvPr>
          <p:cNvSpPr>
            <a:spLocks xmlns:a="http://schemas.openxmlformats.org/drawingml/2006/main" noGrp="1"/>
          </p:cNvSpPr>
          <p:nvPr/>
        </p:nvSpPr>
        <p:spPr>
          <a:xfrm xmlns:a="http://schemas.openxmlformats.org/drawingml/2006/main">
            <a:off x="6305550" y="4124325"/>
            <a:ext cx="5200650" cy="55245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20" name="">
            <a:extLst xmlns:a="http://schemas.openxmlformats.org/drawingml/2006/main">
              <a:ext uri="{FF2B5EF4-FFF2-40B4-BE49-F238E27FC236}">
                <a16:creationId xmlns:a16="http://schemas.microsoft.com/office/drawing/2014/main" id="{46FCD120-3750-478C-A790-6D55AC1B2548}"/>
              </a:ext>
            </a:extLst>
          </p:cNvPr>
          <p:cNvSpPr>
            <a:spLocks xmlns:a="http://schemas.openxmlformats.org/drawingml/2006/main" noGrp="1"/>
          </p:cNvSpPr>
          <p:nvPr/>
        </p:nvSpPr>
        <p:spPr>
          <a:xfrm xmlns:a="http://schemas.openxmlformats.org/drawingml/2006/main">
            <a:off x="6305550" y="4124325"/>
            <a:ext cx="47625" cy="55245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F827C32-73F4-48C5-BEC2-E6DEB2E11F94}"/>
              </a:ext>
            </a:extLst>
          </p:cNvPr>
          <p:cNvSpPr>
            <a:spLocks xmlns:a="http://schemas.openxmlformats.org/drawingml/2006/main" noGrp="1"/>
          </p:cNvSpPr>
          <p:nvPr/>
        </p:nvSpPr>
        <p:spPr>
          <a:xfrm xmlns:a="http://schemas.openxmlformats.org/drawingml/2006/main">
            <a:off x="6477000" y="4238625"/>
            <a:ext cx="4895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Giá trị mong đợi chỉ mô tả ví dụ hiện tại</a:t>
            </a:r>
          </a:p>
        </p:txBody>
      </p:sp>
    </p:spTree>
    <p:extLst>
      <p:ext uri="{BB962C8B-B14F-4D97-AF65-F5344CB8AC3E}">
        <p14:creationId xmlns:p14="http://schemas.microsoft.com/office/powerpoint/2010/main" val="1219862819"/>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91BD4E9-95F8-4F22-96F7-822C5AA36717}"/>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4491659-FA94-4D8E-8FBE-37DDA6350F13}"/>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ƯỚC LƯỢNG TÁI SỬ DỤNG</a:t>
            </a:r>
          </a:p>
        </p:txBody>
      </p:sp>
      <p:sp>
        <p:nvSpPr>
          <p:cNvPr id="3" name="">
            <a:extLst xmlns:a="http://schemas.openxmlformats.org/drawingml/2006/main">
              <a:ext uri="{FF2B5EF4-FFF2-40B4-BE49-F238E27FC236}">
                <a16:creationId xmlns:a16="http://schemas.microsoft.com/office/drawing/2014/main" id="{9FC07147-BE05-4B8A-9EE5-21E7757893B8}"/>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Hiện tại 30-40%; sau refactor có thể đạt 70-80%</a:t>
            </a:r>
          </a:p>
        </p:txBody>
      </p:sp>
      <p:sp>
        <p:nvSpPr>
          <p:cNvPr id="4" name="">
            <a:extLst xmlns:a="http://schemas.openxmlformats.org/drawingml/2006/main">
              <a:ext uri="{FF2B5EF4-FFF2-40B4-BE49-F238E27FC236}">
                <a16:creationId xmlns:a16="http://schemas.microsoft.com/office/drawing/2014/main" id="{AFF32251-B4B1-4F9F-954F-5445EEA06F89}"/>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Tính di động</a:t>
            </a:r>
          </a:p>
        </p:txBody>
      </p:sp>
      <p:sp>
        <p:nvSpPr>
          <p:cNvPr id="5" name="">
            <a:extLst xmlns:a="http://schemas.openxmlformats.org/drawingml/2006/main">
              <a:ext uri="{FF2B5EF4-FFF2-40B4-BE49-F238E27FC236}">
                <a16:creationId xmlns:a16="http://schemas.microsoft.com/office/drawing/2014/main" id="{9AF1AE90-4C69-4C77-8C71-CEBBE28CAA58}"/>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13 / 16</a:t>
            </a:r>
          </a:p>
        </p:txBody>
      </p:sp>
      <p:sp>
        <p:nvSpPr>
          <p:cNvPr id="6" name="">
            <a:extLst xmlns:a="http://schemas.openxmlformats.org/drawingml/2006/main">
              <a:ext uri="{FF2B5EF4-FFF2-40B4-BE49-F238E27FC236}">
                <a16:creationId xmlns:a16="http://schemas.microsoft.com/office/drawing/2014/main" id="{DF4C3478-54E1-40CA-BB06-EF9E01EFB54C}"/>
              </a:ext>
            </a:extLst>
          </p:cNvPr>
          <p:cNvSpPr>
            <a:spLocks xmlns:a="http://schemas.openxmlformats.org/drawingml/2006/main" noGrp="1"/>
          </p:cNvSpPr>
          <p:nvPr/>
        </p:nvSpPr>
        <p:spPr>
          <a:xfrm xmlns:a="http://schemas.openxmlformats.org/drawingml/2006/main">
            <a:off x="0" y="6810375"/>
            <a:ext cx="10315575"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2C5781D-B244-431C-AB60-7F1AA8E73962}"/>
              </a:ext>
            </a:extLst>
          </p:cNvPr>
          <p:cNvSpPr>
            <a:spLocks xmlns:a="http://schemas.openxmlformats.org/drawingml/2006/main" noGrp="1"/>
          </p:cNvSpPr>
          <p:nvPr/>
        </p:nvSpPr>
        <p:spPr>
          <a:xfrm xmlns:a="http://schemas.openxmlformats.org/drawingml/2006/main">
            <a:off x="685800" y="1905000"/>
            <a:ext cx="2000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123B67"/>
                </a:solidFill>
              </a:defRPr>
            </a:pPr>
            <a:r>
              <a:rPr sz="1425" b="1">
                <a:solidFill>
                  <a:srgbClr val="123B67"/>
                </a:solidFill>
              </a:rPr>
              <a:t>Proof of concept hiện tại</a:t>
            </a:r>
          </a:p>
        </p:txBody>
      </p:sp>
      <p:sp>
        <p:nvSpPr>
          <p:cNvPr id="8" name="">
            <a:extLst xmlns:a="http://schemas.openxmlformats.org/drawingml/2006/main">
              <a:ext uri="{FF2B5EF4-FFF2-40B4-BE49-F238E27FC236}">
                <a16:creationId xmlns:a16="http://schemas.microsoft.com/office/drawing/2014/main" id="{58192A30-C676-4CB8-99F4-A32245F9B2A5}"/>
              </a:ext>
            </a:extLst>
          </p:cNvPr>
          <p:cNvSpPr>
            <a:spLocks xmlns:a="http://schemas.openxmlformats.org/drawingml/2006/main" noGrp="1"/>
          </p:cNvSpPr>
          <p:nvPr/>
        </p:nvSpPr>
        <p:spPr>
          <a:xfrm xmlns:a="http://schemas.openxmlformats.org/drawingml/2006/main">
            <a:off x="2762250" y="1924050"/>
            <a:ext cx="7524750" cy="266700"/>
          </a:xfrm>
          <a:prstGeom xmlns:a="http://schemas.openxmlformats.org/drawingml/2006/main" prst="rect">
            <a:avLst/>
          </a:prstGeom>
          <a:solidFill xmlns:a="http://schemas.openxmlformats.org/drawingml/2006/main">
            <a:srgbClr val="DCE5E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228DE87-4F7E-4DCA-920B-6C67D1331587}"/>
              </a:ext>
            </a:extLst>
          </p:cNvPr>
          <p:cNvSpPr>
            <a:spLocks xmlns:a="http://schemas.openxmlformats.org/drawingml/2006/main" noGrp="1"/>
          </p:cNvSpPr>
          <p:nvPr/>
        </p:nvSpPr>
        <p:spPr>
          <a:xfrm xmlns:a="http://schemas.openxmlformats.org/drawingml/2006/main">
            <a:off x="2762250" y="1924050"/>
            <a:ext cx="2628900" cy="2667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077691C-1C2D-4CCB-89F5-919C19942257}"/>
              </a:ext>
            </a:extLst>
          </p:cNvPr>
          <p:cNvSpPr>
            <a:spLocks xmlns:a="http://schemas.openxmlformats.org/drawingml/2006/main" noGrp="1"/>
          </p:cNvSpPr>
          <p:nvPr/>
        </p:nvSpPr>
        <p:spPr>
          <a:xfrm xmlns:a="http://schemas.openxmlformats.org/drawingml/2006/main">
            <a:off x="10429875" y="1866900"/>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30-40%</a:t>
            </a:r>
          </a:p>
        </p:txBody>
      </p:sp>
      <p:sp>
        <p:nvSpPr>
          <p:cNvPr id="11" name="">
            <a:extLst xmlns:a="http://schemas.openxmlformats.org/drawingml/2006/main">
              <a:ext uri="{FF2B5EF4-FFF2-40B4-BE49-F238E27FC236}">
                <a16:creationId xmlns:a16="http://schemas.microsoft.com/office/drawing/2014/main" id="{A18A3990-4CFA-4DFA-8E67-88363B6D932E}"/>
              </a:ext>
            </a:extLst>
          </p:cNvPr>
          <p:cNvSpPr>
            <a:spLocks xmlns:a="http://schemas.openxmlformats.org/drawingml/2006/main" noGrp="1"/>
          </p:cNvSpPr>
          <p:nvPr/>
        </p:nvSpPr>
        <p:spPr>
          <a:xfrm xmlns:a="http://schemas.openxmlformats.org/drawingml/2006/main">
            <a:off x="685800" y="2524125"/>
            <a:ext cx="2000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123B67"/>
                </a:solidFill>
              </a:defRPr>
            </a:pPr>
            <a:r>
              <a:rPr sz="1425" b="1">
                <a:solidFill>
                  <a:srgbClr val="123B67"/>
                </a:solidFill>
              </a:rPr>
              <a:t>Test harness sau refactor</a:t>
            </a:r>
          </a:p>
        </p:txBody>
      </p:sp>
      <p:sp>
        <p:nvSpPr>
          <p:cNvPr id="12" name="">
            <a:extLst xmlns:a="http://schemas.openxmlformats.org/drawingml/2006/main">
              <a:ext uri="{FF2B5EF4-FFF2-40B4-BE49-F238E27FC236}">
                <a16:creationId xmlns:a16="http://schemas.microsoft.com/office/drawing/2014/main" id="{7BBF100A-3021-42F5-9840-45CE648F5994}"/>
              </a:ext>
            </a:extLst>
          </p:cNvPr>
          <p:cNvSpPr>
            <a:spLocks xmlns:a="http://schemas.openxmlformats.org/drawingml/2006/main" noGrp="1"/>
          </p:cNvSpPr>
          <p:nvPr/>
        </p:nvSpPr>
        <p:spPr>
          <a:xfrm xmlns:a="http://schemas.openxmlformats.org/drawingml/2006/main">
            <a:off x="2762250" y="2543175"/>
            <a:ext cx="7524750" cy="266700"/>
          </a:xfrm>
          <a:prstGeom xmlns:a="http://schemas.openxmlformats.org/drawingml/2006/main" prst="rect">
            <a:avLst/>
          </a:prstGeom>
          <a:solidFill xmlns:a="http://schemas.openxmlformats.org/drawingml/2006/main">
            <a:srgbClr val="DCE5E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A8ED184-2EC4-4404-B51D-953F0E6420C1}"/>
              </a:ext>
            </a:extLst>
          </p:cNvPr>
          <p:cNvSpPr>
            <a:spLocks xmlns:a="http://schemas.openxmlformats.org/drawingml/2006/main" noGrp="1"/>
          </p:cNvSpPr>
          <p:nvPr/>
        </p:nvSpPr>
        <p:spPr>
          <a:xfrm xmlns:a="http://schemas.openxmlformats.org/drawingml/2006/main">
            <a:off x="2762250" y="2543175"/>
            <a:ext cx="5648325" cy="2667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0C46A5D-CD97-45F6-B4ED-DDDC0D7628E5}"/>
              </a:ext>
            </a:extLst>
          </p:cNvPr>
          <p:cNvSpPr>
            <a:spLocks xmlns:a="http://schemas.openxmlformats.org/drawingml/2006/main" noGrp="1"/>
          </p:cNvSpPr>
          <p:nvPr/>
        </p:nvSpPr>
        <p:spPr>
          <a:xfrm xmlns:a="http://schemas.openxmlformats.org/drawingml/2006/main">
            <a:off x="10429875" y="2486025"/>
            <a:ext cx="1047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23B67"/>
                </a:solidFill>
              </a:defRPr>
            </a:pPr>
            <a:r>
              <a:rPr sz="1650" b="1">
                <a:solidFill>
                  <a:srgbClr val="123B67"/>
                </a:solidFill>
              </a:rPr>
              <a:t>70-80%</a:t>
            </a:r>
          </a:p>
        </p:txBody>
      </p:sp>
      <p:sp>
        <p:nvSpPr>
          <p:cNvPr id="15" name="">
            <a:extLst xmlns:a="http://schemas.openxmlformats.org/drawingml/2006/main">
              <a:ext uri="{FF2B5EF4-FFF2-40B4-BE49-F238E27FC236}">
                <a16:creationId xmlns:a16="http://schemas.microsoft.com/office/drawing/2014/main" id="{6589A501-A3F5-4BA2-A476-384465992A6F}"/>
              </a:ext>
            </a:extLst>
          </p:cNvPr>
          <p:cNvSpPr>
            <a:spLocks xmlns:a="http://schemas.openxmlformats.org/drawingml/2006/main" noGrp="1"/>
          </p:cNvSpPr>
          <p:nvPr/>
        </p:nvSpPr>
        <p:spPr>
          <a:xfrm xmlns:a="http://schemas.openxmlformats.org/drawingml/2006/main">
            <a:off x="685800" y="3286125"/>
            <a:ext cx="52197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6" name="">
            <a:extLst xmlns:a="http://schemas.openxmlformats.org/drawingml/2006/main">
              <a:ext uri="{FF2B5EF4-FFF2-40B4-BE49-F238E27FC236}">
                <a16:creationId xmlns:a16="http://schemas.microsoft.com/office/drawing/2014/main" id="{AD348CA5-4CD1-4793-87B6-1F7AC49F2397}"/>
              </a:ext>
            </a:extLst>
          </p:cNvPr>
          <p:cNvSpPr>
            <a:spLocks xmlns:a="http://schemas.openxmlformats.org/drawingml/2006/main" noGrp="1"/>
          </p:cNvSpPr>
          <p:nvPr/>
        </p:nvSpPr>
        <p:spPr>
          <a:xfrm xmlns:a="http://schemas.openxmlformats.org/drawingml/2006/main">
            <a:off x="685800" y="3286125"/>
            <a:ext cx="521970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CDA6878-AFD8-4E9B-AF67-16A84CA54276}"/>
              </a:ext>
            </a:extLst>
          </p:cNvPr>
          <p:cNvSpPr>
            <a:spLocks xmlns:a="http://schemas.openxmlformats.org/drawingml/2006/main" noGrp="1"/>
          </p:cNvSpPr>
          <p:nvPr/>
        </p:nvSpPr>
        <p:spPr>
          <a:xfrm xmlns:a="http://schemas.openxmlformats.org/drawingml/2006/main">
            <a:off x="857250" y="3476625"/>
            <a:ext cx="4876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563EB"/>
                </a:solidFill>
              </a:defRPr>
            </a:pPr>
            <a:r>
              <a:rPr sz="1875" b="1">
                <a:solidFill>
                  <a:srgbClr val="2563EB"/>
                </a:solidFill>
              </a:rPr>
              <a:t>Có thể tái sử dụng</a:t>
            </a:r>
          </a:p>
        </p:txBody>
      </p:sp>
      <p:sp>
        <p:nvSpPr>
          <p:cNvPr id="18" name="">
            <a:extLst xmlns:a="http://schemas.openxmlformats.org/drawingml/2006/main">
              <a:ext uri="{FF2B5EF4-FFF2-40B4-BE49-F238E27FC236}">
                <a16:creationId xmlns:a16="http://schemas.microsoft.com/office/drawing/2014/main" id="{8998797B-5E8B-4C8F-B126-EFF069627F23}"/>
              </a:ext>
            </a:extLst>
          </p:cNvPr>
          <p:cNvSpPr>
            <a:spLocks xmlns:a="http://schemas.openxmlformats.org/drawingml/2006/main" noGrp="1"/>
          </p:cNvSpPr>
          <p:nvPr/>
        </p:nvSpPr>
        <p:spPr>
          <a:xfrm xmlns:a="http://schemas.openxmlformats.org/drawingml/2006/main">
            <a:off x="857250" y="3895725"/>
            <a:ext cx="4876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Dependency, connection factory, lifecycle, dataset loader, cleanup và reporting.</a:t>
            </a:r>
          </a:p>
        </p:txBody>
      </p:sp>
      <p:sp>
        <p:nvSpPr>
          <p:cNvPr id="19" name="">
            <a:extLst xmlns:a="http://schemas.openxmlformats.org/drawingml/2006/main">
              <a:ext uri="{FF2B5EF4-FFF2-40B4-BE49-F238E27FC236}">
                <a16:creationId xmlns:a16="http://schemas.microsoft.com/office/drawing/2014/main" id="{83C88E5A-542F-456D-8CED-E75ADB93E997}"/>
              </a:ext>
            </a:extLst>
          </p:cNvPr>
          <p:cNvSpPr>
            <a:spLocks xmlns:a="http://schemas.openxmlformats.org/drawingml/2006/main" noGrp="1"/>
          </p:cNvSpPr>
          <p:nvPr/>
        </p:nvSpPr>
        <p:spPr>
          <a:xfrm xmlns:a="http://schemas.openxmlformats.org/drawingml/2006/main">
            <a:off x="6286500" y="3286125"/>
            <a:ext cx="52197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20" name="">
            <a:extLst xmlns:a="http://schemas.openxmlformats.org/drawingml/2006/main">
              <a:ext uri="{FF2B5EF4-FFF2-40B4-BE49-F238E27FC236}">
                <a16:creationId xmlns:a16="http://schemas.microsoft.com/office/drawing/2014/main" id="{0738DEB6-2818-41D8-9F15-143353A4FA62}"/>
              </a:ext>
            </a:extLst>
          </p:cNvPr>
          <p:cNvSpPr>
            <a:spLocks xmlns:a="http://schemas.openxmlformats.org/drawingml/2006/main" noGrp="1"/>
          </p:cNvSpPr>
          <p:nvPr/>
        </p:nvSpPr>
        <p:spPr>
          <a:xfrm xmlns:a="http://schemas.openxmlformats.org/drawingml/2006/main">
            <a:off x="6286500" y="3286125"/>
            <a:ext cx="5219700" cy="47625"/>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525D5C9-3040-48FC-93E9-C92EA6CA3FD1}"/>
              </a:ext>
            </a:extLst>
          </p:cNvPr>
          <p:cNvSpPr>
            <a:spLocks xmlns:a="http://schemas.openxmlformats.org/drawingml/2006/main" noGrp="1"/>
          </p:cNvSpPr>
          <p:nvPr/>
        </p:nvSpPr>
        <p:spPr>
          <a:xfrm xmlns:a="http://schemas.openxmlformats.org/drawingml/2006/main">
            <a:off x="6457950" y="3476625"/>
            <a:ext cx="4876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563EB"/>
                </a:solidFill>
              </a:defRPr>
            </a:pPr>
            <a:r>
              <a:rPr sz="1875" b="1">
                <a:solidFill>
                  <a:srgbClr val="2563EB"/>
                </a:solidFill>
              </a:rPr>
              <a:t>Đặc thù dự án</a:t>
            </a:r>
          </a:p>
        </p:txBody>
      </p:sp>
      <p:sp>
        <p:nvSpPr>
          <p:cNvPr id="22" name="">
            <a:extLst xmlns:a="http://schemas.openxmlformats.org/drawingml/2006/main">
              <a:ext uri="{FF2B5EF4-FFF2-40B4-BE49-F238E27FC236}">
                <a16:creationId xmlns:a16="http://schemas.microsoft.com/office/drawing/2014/main" id="{9190D2FC-7712-49BF-9D7F-BF1E835245D0}"/>
              </a:ext>
            </a:extLst>
          </p:cNvPr>
          <p:cNvSpPr>
            <a:spLocks xmlns:a="http://schemas.openxmlformats.org/drawingml/2006/main" noGrp="1"/>
          </p:cNvSpPr>
          <p:nvPr/>
        </p:nvSpPr>
        <p:spPr>
          <a:xfrm xmlns:a="http://schemas.openxmlformats.org/drawingml/2006/main">
            <a:off x="6457950" y="3895725"/>
            <a:ext cx="4876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Schema, cấu trúc bảng hoặc collection, dataset, truy vấn và assertion nghiệp vụ.</a:t>
            </a:r>
          </a:p>
        </p:txBody>
      </p:sp>
      <p:sp>
        <p:nvSpPr>
          <p:cNvPr id="23" name="">
            <a:extLst xmlns:a="http://schemas.openxmlformats.org/drawingml/2006/main">
              <a:ext uri="{FF2B5EF4-FFF2-40B4-BE49-F238E27FC236}">
                <a16:creationId xmlns:a16="http://schemas.microsoft.com/office/drawing/2014/main" id="{571861DE-8FB6-46EC-B27B-91FC6F2192D0}"/>
              </a:ext>
            </a:extLst>
          </p:cNvPr>
          <p:cNvSpPr>
            <a:spLocks xmlns:a="http://schemas.openxmlformats.org/drawingml/2006/main" noGrp="1"/>
          </p:cNvSpPr>
          <p:nvPr/>
        </p:nvSpPr>
        <p:spPr>
          <a:xfrm xmlns:a="http://schemas.openxmlformats.org/drawingml/2006/main">
            <a:off x="685800" y="5238750"/>
            <a:ext cx="781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526579"/>
                </a:solidFill>
              </a:defRPr>
            </a:pPr>
            <a:r>
              <a:rPr sz="1125" b="0">
                <a:solidFill>
                  <a:srgbClr val="526579"/>
                </a:solidFill>
              </a:rPr>
              <a:t>Ước lượng kỹ thuật dựa trên cấu trúc code, không phải benchmark đã đo.</a:t>
            </a:r>
          </a:p>
        </p:txBody>
      </p:sp>
    </p:spTree>
    <p:extLst>
      <p:ext uri="{BB962C8B-B14F-4D97-AF65-F5344CB8AC3E}">
        <p14:creationId xmlns:p14="http://schemas.microsoft.com/office/powerpoint/2010/main" val="164423853"/>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E949FBF-2E99-4D98-84ED-3B762C6249B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1D45BD6-26AC-473D-BBA0-ED79F74D59E3}"/>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LIVE DEMO REFACTOR</a:t>
            </a:r>
          </a:p>
        </p:txBody>
      </p:sp>
      <p:sp>
        <p:nvSpPr>
          <p:cNvPr id="3" name="">
            <a:extLst xmlns:a="http://schemas.openxmlformats.org/drawingml/2006/main">
              <a:ext uri="{FF2B5EF4-FFF2-40B4-BE49-F238E27FC236}">
                <a16:creationId xmlns:a16="http://schemas.microsoft.com/office/drawing/2014/main" id="{DF321CC1-E746-42DF-94B3-57F271A2C260}"/>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Refactor để test dùng lại được cho project khác</a:t>
            </a:r>
          </a:p>
        </p:txBody>
      </p:sp>
      <p:sp>
        <p:nvSpPr>
          <p:cNvPr id="4" name="">
            <a:extLst xmlns:a="http://schemas.openxmlformats.org/drawingml/2006/main">
              <a:ext uri="{FF2B5EF4-FFF2-40B4-BE49-F238E27FC236}">
                <a16:creationId xmlns:a16="http://schemas.microsoft.com/office/drawing/2014/main" id="{B48C56E9-BCD9-4188-B3F4-AF99DD79348F}"/>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Tách connection, lifecycle và dữ liệu khỏi test checkout</a:t>
            </a:r>
          </a:p>
        </p:txBody>
      </p:sp>
      <p:sp>
        <p:nvSpPr>
          <p:cNvPr id="5" name="">
            <a:extLst xmlns:a="http://schemas.openxmlformats.org/drawingml/2006/main">
              <a:ext uri="{FF2B5EF4-FFF2-40B4-BE49-F238E27FC236}">
                <a16:creationId xmlns:a16="http://schemas.microsoft.com/office/drawing/2014/main" id="{63FC44D8-75D1-407E-A53B-75C1BF1A9591}"/>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14 / 16</a:t>
            </a:r>
          </a:p>
        </p:txBody>
      </p:sp>
      <p:sp>
        <p:nvSpPr>
          <p:cNvPr id="6" name="">
            <a:extLst xmlns:a="http://schemas.openxmlformats.org/drawingml/2006/main">
              <a:ext uri="{FF2B5EF4-FFF2-40B4-BE49-F238E27FC236}">
                <a16:creationId xmlns:a16="http://schemas.microsoft.com/office/drawing/2014/main" id="{15F515C9-713C-4F11-B8F4-0EF294872B3B}"/>
              </a:ext>
            </a:extLst>
          </p:cNvPr>
          <p:cNvSpPr>
            <a:spLocks xmlns:a="http://schemas.openxmlformats.org/drawingml/2006/main" noGrp="1"/>
          </p:cNvSpPr>
          <p:nvPr/>
        </p:nvSpPr>
        <p:spPr>
          <a:xfrm xmlns:a="http://schemas.openxmlformats.org/drawingml/2006/main">
            <a:off x="0" y="6810375"/>
            <a:ext cx="1125855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E0FD7FF-A64B-4DD2-914A-B3A38CCD0DF8}"/>
              </a:ext>
            </a:extLst>
          </p:cNvPr>
          <p:cNvSpPr>
            <a:spLocks xmlns:a="http://schemas.openxmlformats.org/drawingml/2006/main" noGrp="1"/>
          </p:cNvSpPr>
          <p:nvPr/>
        </p:nvSpPr>
        <p:spPr>
          <a:xfrm xmlns:a="http://schemas.openxmlformats.org/drawingml/2006/main">
            <a:off x="685800" y="1809750"/>
            <a:ext cx="5219700" cy="3333750"/>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8" name="">
            <a:extLst xmlns:a="http://schemas.openxmlformats.org/drawingml/2006/main">
              <a:ext uri="{FF2B5EF4-FFF2-40B4-BE49-F238E27FC236}">
                <a16:creationId xmlns:a16="http://schemas.microsoft.com/office/drawing/2014/main" id="{E8174979-6921-42BC-BFB7-CC0072785AD4}"/>
              </a:ext>
            </a:extLst>
          </p:cNvPr>
          <p:cNvSpPr>
            <a:spLocks xmlns:a="http://schemas.openxmlformats.org/drawingml/2006/main" noGrp="1"/>
          </p:cNvSpPr>
          <p:nvPr/>
        </p:nvSpPr>
        <p:spPr>
          <a:xfrm xmlns:a="http://schemas.openxmlformats.org/drawingml/2006/main">
            <a:off x="685800" y="1809750"/>
            <a:ext cx="47625" cy="3333750"/>
          </a:xfrm>
          <a:prstGeom xmlns:a="http://schemas.openxmlformats.org/drawingml/2006/main" prst="rect">
            <a:avLst/>
          </a:prstGeom>
          <a:solidFill xmlns:a="http://schemas.openxmlformats.org/drawingml/2006/main">
            <a:srgbClr val="2563E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80B1646-4A7B-44D0-B66B-CF4482CAA8CE}"/>
              </a:ext>
            </a:extLst>
          </p:cNvPr>
          <p:cNvSpPr>
            <a:spLocks xmlns:a="http://schemas.openxmlformats.org/drawingml/2006/main" noGrp="1"/>
          </p:cNvSpPr>
          <p:nvPr/>
        </p:nvSpPr>
        <p:spPr>
          <a:xfrm xmlns:a="http://schemas.openxmlformats.org/drawingml/2006/main">
            <a:off x="952500" y="2019300"/>
            <a:ext cx="466725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src/test/</a:t>
            </a:r>
          </a:p>
          <a:p xmlns:a="http://schemas.openxmlformats.org/drawingml/2006/main">
            <a:pPr algn="l">
              <a:buNone/>
              <a:defRPr sz="1350" b="0">
                <a:solidFill>
                  <a:srgbClr val="172033"/>
                </a:solidFill>
              </a:defRPr>
            </a:pPr>
            <a:r>
              <a:rPr sz="1350" b="0">
                <a:solidFill>
                  <a:srgbClr val="172033"/>
                </a:solidFill>
              </a:rPr>
              <a:t>|-- java/support/</a:t>
            </a:r>
          </a:p>
          <a:p xmlns:a="http://schemas.openxmlformats.org/drawingml/2006/main">
            <a:pPr algn="l">
              <a:buNone/>
              <a:defRPr sz="1350" b="0">
                <a:solidFill>
                  <a:srgbClr val="172033"/>
                </a:solidFill>
              </a:defRPr>
            </a:pPr>
            <a:r>
              <a:rPr sz="1350" b="0">
                <a:solidFill>
                  <a:srgbClr val="172033"/>
                </a:solidFill>
              </a:rPr>
              <a:t>|   |-- DatabaseConnectionFactory</a:t>
            </a:r>
          </a:p>
          <a:p xmlns:a="http://schemas.openxmlformats.org/drawingml/2006/main">
            <a:pPr algn="l">
              <a:buNone/>
              <a:defRPr sz="1350" b="0">
                <a:solidFill>
                  <a:srgbClr val="172033"/>
                </a:solidFill>
              </a:defRPr>
            </a:pPr>
            <a:r>
              <a:rPr sz="1350" b="0">
                <a:solidFill>
                  <a:srgbClr val="172033"/>
                </a:solidFill>
              </a:rPr>
              <a:t>|   `-- DatabaseTestSupport</a:t>
            </a:r>
          </a:p>
          <a:p xmlns:a="http://schemas.openxmlformats.org/drawingml/2006/main">
            <a:pPr algn="l">
              <a:buNone/>
              <a:defRPr sz="1350" b="0">
                <a:solidFill>
                  <a:srgbClr val="172033"/>
                </a:solidFill>
              </a:defRPr>
            </a:pPr>
            <a:r>
              <a:rPr sz="1350" b="0">
                <a:solidFill>
                  <a:srgbClr val="172033"/>
                </a:solidFill>
              </a:rPr>
              <a:t>|-- java/tests/</a:t>
            </a:r>
          </a:p>
          <a:p xmlns:a="http://schemas.openxmlformats.org/drawingml/2006/main">
            <a:pPr algn="l">
              <a:buNone/>
              <a:defRPr sz="1350" b="0">
                <a:solidFill>
                  <a:srgbClr val="172033"/>
                </a:solidFill>
              </a:defRPr>
            </a:pPr>
            <a:r>
              <a:rPr sz="1350" b="0">
                <a:solidFill>
                  <a:srgbClr val="172033"/>
                </a:solidFill>
              </a:rPr>
              <a:t>|   `-- CheckoutDatabaseTest</a:t>
            </a:r>
          </a:p>
          <a:p xmlns:a="http://schemas.openxmlformats.org/drawingml/2006/main">
            <a:pPr algn="l">
              <a:buNone/>
              <a:defRPr sz="1350" b="0">
                <a:solidFill>
                  <a:srgbClr val="172033"/>
                </a:solidFill>
              </a:defRPr>
            </a:pPr>
            <a:r>
              <a:rPr sz="1350" b="0">
                <a:solidFill>
                  <a:srgbClr val="172033"/>
                </a:solidFill>
              </a:rPr>
              <a:t>`-- resources/</a:t>
            </a:r>
          </a:p>
          <a:p xmlns:a="http://schemas.openxmlformats.org/drawingml/2006/main">
            <a:pPr algn="l">
              <a:buNone/>
              <a:defRPr sz="1350" b="0">
                <a:solidFill>
                  <a:srgbClr val="172033"/>
                </a:solidFill>
              </a:defRPr>
            </a:pPr>
            <a:r>
              <a:rPr sz="1350" b="0">
                <a:solidFill>
                  <a:srgbClr val="172033"/>
                </a:solidFill>
              </a:rPr>
              <a:t>    |-- database-test.properties</a:t>
            </a:r>
          </a:p>
          <a:p xmlns:a="http://schemas.openxmlformats.org/drawingml/2006/main">
            <a:pPr algn="l">
              <a:buNone/>
              <a:defRPr sz="1350" b="0">
                <a:solidFill>
                  <a:srgbClr val="172033"/>
                </a:solidFill>
              </a:defRPr>
            </a:pPr>
            <a:r>
              <a:rPr sz="1350" b="0">
                <a:solidFill>
                  <a:srgbClr val="172033"/>
                </a:solidFill>
              </a:rPr>
              <a:t>    |-- schema.sql</a:t>
            </a:r>
          </a:p>
          <a:p xmlns:a="http://schemas.openxmlformats.org/drawingml/2006/main">
            <a:pPr algn="l">
              <a:buNone/>
              <a:defRPr sz="1350" b="0">
                <a:solidFill>
                  <a:srgbClr val="172033"/>
                </a:solidFill>
              </a:defRPr>
            </a:pPr>
            <a:r>
              <a:rPr sz="1350" b="0">
                <a:solidFill>
                  <a:srgbClr val="172033"/>
                </a:solidFill>
              </a:rPr>
              <a:t>    `-- datasets/</a:t>
            </a:r>
          </a:p>
        </p:txBody>
      </p:sp>
      <p:sp>
        <p:nvSpPr>
          <p:cNvPr id="10" name="">
            <a:extLst xmlns:a="http://schemas.openxmlformats.org/drawingml/2006/main">
              <a:ext uri="{FF2B5EF4-FFF2-40B4-BE49-F238E27FC236}">
                <a16:creationId xmlns:a16="http://schemas.microsoft.com/office/drawing/2014/main" id="{4885090C-817E-41F8-BE08-A50C1CFDBB6A}"/>
              </a:ext>
            </a:extLst>
          </p:cNvPr>
          <p:cNvSpPr>
            <a:spLocks xmlns:a="http://schemas.openxmlformats.org/drawingml/2006/main" noGrp="1"/>
          </p:cNvSpPr>
          <p:nvPr/>
        </p:nvSpPr>
        <p:spPr>
          <a:xfrm xmlns:a="http://schemas.openxmlformats.org/drawingml/2006/main">
            <a:off x="6305550" y="1952625"/>
            <a:ext cx="5200650" cy="1619250"/>
          </a:xfrm>
          <a:prstGeom xmlns:a="http://schemas.openxmlformats.org/drawingml/2006/main" prst="rect">
            <a:avLst/>
          </a:prstGeom>
          <a:solidFill xmlns:a="http://schemas.openxmlformats.org/drawingml/2006/main">
            <a:srgbClr val="121A29"/>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9E1E616-25F9-4FF1-AE0F-22013100AD50}"/>
              </a:ext>
            </a:extLst>
          </p:cNvPr>
          <p:cNvSpPr>
            <a:spLocks xmlns:a="http://schemas.openxmlformats.org/drawingml/2006/main" noGrp="1"/>
          </p:cNvSpPr>
          <p:nvPr/>
        </p:nvSpPr>
        <p:spPr>
          <a:xfrm xmlns:a="http://schemas.openxmlformats.org/drawingml/2006/main">
            <a:off x="6305550" y="1952625"/>
            <a:ext cx="47625" cy="161925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AAB2C9-C241-4495-BFB9-4B7EB798B46F}"/>
              </a:ext>
            </a:extLst>
          </p:cNvPr>
          <p:cNvSpPr>
            <a:spLocks xmlns:a="http://schemas.openxmlformats.org/drawingml/2006/main" noGrp="1"/>
          </p:cNvSpPr>
          <p:nvPr/>
        </p:nvSpPr>
        <p:spPr>
          <a:xfrm xmlns:a="http://schemas.openxmlformats.org/drawingml/2006/main">
            <a:off x="6534150" y="2143125"/>
            <a:ext cx="48006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D9E5F5"/>
                </a:solidFill>
              </a:defRPr>
            </a:pPr>
            <a:r>
              <a:rPr sz="1350" b="0">
                <a:solidFill>
                  <a:srgbClr val="D9E5F5"/>
                </a:solidFill>
              </a:rPr>
              <a:t>DB_DRIVER=org.sqlite.JDBC</a:t>
            </a:r>
          </a:p>
          <a:p xmlns:a="http://schemas.openxmlformats.org/drawingml/2006/main">
            <a:pPr algn="l">
              <a:buNone/>
              <a:defRPr sz="1350" b="0">
                <a:solidFill>
                  <a:srgbClr val="D9E5F5"/>
                </a:solidFill>
              </a:defRPr>
            </a:pPr>
            <a:r>
              <a:rPr sz="1350" b="0">
                <a:solidFill>
                  <a:srgbClr val="D9E5F5"/>
                </a:solidFill>
              </a:rPr>
              <a:t>DB_URL=jdbc:sqlite:${DB_PATH}</a:t>
            </a:r>
          </a:p>
          <a:p xmlns:a="http://schemas.openxmlformats.org/drawingml/2006/main">
            <a:pPr algn="l">
              <a:buNone/>
              <a:defRPr sz="1350" b="0">
                <a:solidFill>
                  <a:srgbClr val="D9E5F5"/>
                </a:solidFill>
              </a:defRPr>
            </a:pPr>
            <a:r>
              <a:rPr sz="1350" b="0">
                <a:solidFill>
                  <a:srgbClr val="D9E5F5"/>
                </a:solidFill>
              </a:rPr>
              <a:t>DB_USER=</a:t>
            </a:r>
          </a:p>
          <a:p xmlns:a="http://schemas.openxmlformats.org/drawingml/2006/main">
            <a:pPr algn="l">
              <a:buNone/>
              <a:defRPr sz="1350" b="0">
                <a:solidFill>
                  <a:srgbClr val="D9E5F5"/>
                </a:solidFill>
              </a:defRPr>
            </a:pPr>
            <a:r>
              <a:rPr sz="1350" b="0">
                <a:solidFill>
                  <a:srgbClr val="D9E5F5"/>
                </a:solidFill>
              </a:rPr>
              <a:t>DB_PASSWORD=</a:t>
            </a:r>
          </a:p>
        </p:txBody>
      </p:sp>
      <p:sp>
        <p:nvSpPr>
          <p:cNvPr id="13" name="">
            <a:extLst xmlns:a="http://schemas.openxmlformats.org/drawingml/2006/main">
              <a:ext uri="{FF2B5EF4-FFF2-40B4-BE49-F238E27FC236}">
                <a16:creationId xmlns:a16="http://schemas.microsoft.com/office/drawing/2014/main" id="{727D75EA-2240-4624-AF3F-DB1DF2087E9D}"/>
              </a:ext>
            </a:extLst>
          </p:cNvPr>
          <p:cNvSpPr>
            <a:spLocks xmlns:a="http://schemas.openxmlformats.org/drawingml/2006/main" noGrp="1"/>
          </p:cNvSpPr>
          <p:nvPr/>
        </p:nvSpPr>
        <p:spPr>
          <a:xfrm xmlns:a="http://schemas.openxmlformats.org/drawingml/2006/main">
            <a:off x="6305550" y="381000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72033"/>
                </a:solidFill>
              </a:defRPr>
            </a:pPr>
            <a:r>
              <a:rPr sz="1650" b="1">
                <a:solidFill>
                  <a:srgbClr val="172033"/>
                </a:solidFill>
              </a:rPr>
              <a:t>Bốn thao tác sẽ trình bày:</a:t>
            </a:r>
          </a:p>
        </p:txBody>
      </p:sp>
      <p:sp>
        <p:nvSpPr>
          <p:cNvPr id="14" name="">
            <a:extLst xmlns:a="http://schemas.openxmlformats.org/drawingml/2006/main">
              <a:ext uri="{FF2B5EF4-FFF2-40B4-BE49-F238E27FC236}">
                <a16:creationId xmlns:a16="http://schemas.microsoft.com/office/drawing/2014/main" id="{666346D2-898D-4AE7-BA58-E96E83859DA8}"/>
              </a:ext>
            </a:extLst>
          </p:cNvPr>
          <p:cNvSpPr>
            <a:spLocks xmlns:a="http://schemas.openxmlformats.org/drawingml/2006/main" noGrp="1"/>
          </p:cNvSpPr>
          <p:nvPr/>
        </p:nvSpPr>
        <p:spPr>
          <a:xfrm xmlns:a="http://schemas.openxmlformats.org/drawingml/2006/main">
            <a:off x="6305550" y="4286250"/>
            <a:ext cx="24955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15" name="">
            <a:extLst xmlns:a="http://schemas.openxmlformats.org/drawingml/2006/main">
              <a:ext uri="{FF2B5EF4-FFF2-40B4-BE49-F238E27FC236}">
                <a16:creationId xmlns:a16="http://schemas.microsoft.com/office/drawing/2014/main" id="{AB5F133C-95BF-4D5A-A624-6A65633B2316}"/>
              </a:ext>
            </a:extLst>
          </p:cNvPr>
          <p:cNvSpPr>
            <a:spLocks xmlns:a="http://schemas.openxmlformats.org/drawingml/2006/main" noGrp="1"/>
          </p:cNvSpPr>
          <p:nvPr/>
        </p:nvSpPr>
        <p:spPr>
          <a:xfrm xmlns:a="http://schemas.openxmlformats.org/drawingml/2006/main">
            <a:off x="6305550" y="42862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A4B120C-CD11-4A26-B899-CDC609E9905C}"/>
              </a:ext>
            </a:extLst>
          </p:cNvPr>
          <p:cNvSpPr>
            <a:spLocks xmlns:a="http://schemas.openxmlformats.org/drawingml/2006/main" noGrp="1"/>
          </p:cNvSpPr>
          <p:nvPr/>
        </p:nvSpPr>
        <p:spPr>
          <a:xfrm xmlns:a="http://schemas.openxmlformats.org/drawingml/2006/main">
            <a:off x="6477000" y="44005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Chỉ ra hard-code</a:t>
            </a:r>
          </a:p>
        </p:txBody>
      </p:sp>
      <p:sp>
        <p:nvSpPr>
          <p:cNvPr id="17" name="">
            <a:extLst xmlns:a="http://schemas.openxmlformats.org/drawingml/2006/main">
              <a:ext uri="{FF2B5EF4-FFF2-40B4-BE49-F238E27FC236}">
                <a16:creationId xmlns:a16="http://schemas.microsoft.com/office/drawing/2014/main" id="{F52E15AB-7361-461F-9477-B4C4699C20BC}"/>
              </a:ext>
            </a:extLst>
          </p:cNvPr>
          <p:cNvSpPr>
            <a:spLocks xmlns:a="http://schemas.openxmlformats.org/drawingml/2006/main" noGrp="1"/>
          </p:cNvSpPr>
          <p:nvPr/>
        </p:nvSpPr>
        <p:spPr>
          <a:xfrm xmlns:a="http://schemas.openxmlformats.org/drawingml/2006/main">
            <a:off x="9010650" y="4286250"/>
            <a:ext cx="24955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18" name="">
            <a:extLst xmlns:a="http://schemas.openxmlformats.org/drawingml/2006/main">
              <a:ext uri="{FF2B5EF4-FFF2-40B4-BE49-F238E27FC236}">
                <a16:creationId xmlns:a16="http://schemas.microsoft.com/office/drawing/2014/main" id="{CBAE90E1-5EA1-47DC-86E9-E7971B0811BE}"/>
              </a:ext>
            </a:extLst>
          </p:cNvPr>
          <p:cNvSpPr>
            <a:spLocks xmlns:a="http://schemas.openxmlformats.org/drawingml/2006/main" noGrp="1"/>
          </p:cNvSpPr>
          <p:nvPr/>
        </p:nvSpPr>
        <p:spPr>
          <a:xfrm xmlns:a="http://schemas.openxmlformats.org/drawingml/2006/main">
            <a:off x="9010650" y="42862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DB0D5DD-E84F-4C92-8DC8-35303E098A5E}"/>
              </a:ext>
            </a:extLst>
          </p:cNvPr>
          <p:cNvSpPr>
            <a:spLocks xmlns:a="http://schemas.openxmlformats.org/drawingml/2006/main" noGrp="1"/>
          </p:cNvSpPr>
          <p:nvPr/>
        </p:nvSpPr>
        <p:spPr>
          <a:xfrm xmlns:a="http://schemas.openxmlformats.org/drawingml/2006/main">
            <a:off x="9182100" y="44005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Tách config</a:t>
            </a:r>
          </a:p>
        </p:txBody>
      </p:sp>
      <p:sp>
        <p:nvSpPr>
          <p:cNvPr id="20" name="">
            <a:extLst xmlns:a="http://schemas.openxmlformats.org/drawingml/2006/main">
              <a:ext uri="{FF2B5EF4-FFF2-40B4-BE49-F238E27FC236}">
                <a16:creationId xmlns:a16="http://schemas.microsoft.com/office/drawing/2014/main" id="{BFBCF31C-77A1-459C-86D2-C314D8401806}"/>
              </a:ext>
            </a:extLst>
          </p:cNvPr>
          <p:cNvSpPr>
            <a:spLocks xmlns:a="http://schemas.openxmlformats.org/drawingml/2006/main" noGrp="1"/>
          </p:cNvSpPr>
          <p:nvPr/>
        </p:nvSpPr>
        <p:spPr>
          <a:xfrm xmlns:a="http://schemas.openxmlformats.org/drawingml/2006/main">
            <a:off x="6305550" y="4972050"/>
            <a:ext cx="24955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21" name="">
            <a:extLst xmlns:a="http://schemas.openxmlformats.org/drawingml/2006/main">
              <a:ext uri="{FF2B5EF4-FFF2-40B4-BE49-F238E27FC236}">
                <a16:creationId xmlns:a16="http://schemas.microsoft.com/office/drawing/2014/main" id="{FD9E7F3B-2F2A-4762-8021-0E065AFB3775}"/>
              </a:ext>
            </a:extLst>
          </p:cNvPr>
          <p:cNvSpPr>
            <a:spLocks xmlns:a="http://schemas.openxmlformats.org/drawingml/2006/main" noGrp="1"/>
          </p:cNvSpPr>
          <p:nvPr/>
        </p:nvSpPr>
        <p:spPr>
          <a:xfrm xmlns:a="http://schemas.openxmlformats.org/drawingml/2006/main">
            <a:off x="6305550" y="49720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E2DAD6B-8A24-4FB0-8952-6A1F0397BC59}"/>
              </a:ext>
            </a:extLst>
          </p:cNvPr>
          <p:cNvSpPr>
            <a:spLocks xmlns:a="http://schemas.openxmlformats.org/drawingml/2006/main" noGrp="1"/>
          </p:cNvSpPr>
          <p:nvPr/>
        </p:nvSpPr>
        <p:spPr>
          <a:xfrm xmlns:a="http://schemas.openxmlformats.org/drawingml/2006/main">
            <a:off x="6477000" y="50863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Chạy lại test</a:t>
            </a:r>
          </a:p>
        </p:txBody>
      </p:sp>
      <p:sp>
        <p:nvSpPr>
          <p:cNvPr id="23" name="">
            <a:extLst xmlns:a="http://schemas.openxmlformats.org/drawingml/2006/main">
              <a:ext uri="{FF2B5EF4-FFF2-40B4-BE49-F238E27FC236}">
                <a16:creationId xmlns:a16="http://schemas.microsoft.com/office/drawing/2014/main" id="{EBEB65BA-3B67-43FF-9FC2-B5A05AA9AA26}"/>
              </a:ext>
            </a:extLst>
          </p:cNvPr>
          <p:cNvSpPr>
            <a:spLocks xmlns:a="http://schemas.openxmlformats.org/drawingml/2006/main" noGrp="1"/>
          </p:cNvSpPr>
          <p:nvPr/>
        </p:nvSpPr>
        <p:spPr>
          <a:xfrm xmlns:a="http://schemas.openxmlformats.org/drawingml/2006/main">
            <a:off x="9010650" y="4972050"/>
            <a:ext cx="2495550" cy="533400"/>
          </a:xfrm>
          <a:prstGeom xmlns:a="http://schemas.openxmlformats.org/drawingml/2006/main" prst="rect">
            <a:avLst/>
          </a:prstGeom>
          <a:solidFill xmlns:a="http://schemas.openxmlformats.org/drawingml/2006/main">
            <a:srgbClr val="FFFFFF"/>
          </a:solidFill>
          <a:ln xmlns:a="http://schemas.openxmlformats.org/drawingml/2006/main" w="4763">
            <a:solidFill>
              <a:srgbClr val="CAD5E1"/>
            </a:solidFill>
            <a:prstDash val="solid"/>
          </a:ln>
        </p:spPr>
      </p:sp>
      <p:sp>
        <p:nvSpPr>
          <p:cNvPr id="24" name="">
            <a:extLst xmlns:a="http://schemas.openxmlformats.org/drawingml/2006/main">
              <a:ext uri="{FF2B5EF4-FFF2-40B4-BE49-F238E27FC236}">
                <a16:creationId xmlns:a16="http://schemas.microsoft.com/office/drawing/2014/main" id="{1CDDDEA0-C3D5-4F45-8C37-CA78285790C9}"/>
              </a:ext>
            </a:extLst>
          </p:cNvPr>
          <p:cNvSpPr>
            <a:spLocks xmlns:a="http://schemas.openxmlformats.org/drawingml/2006/main" noGrp="1"/>
          </p:cNvSpPr>
          <p:nvPr/>
        </p:nvSpPr>
        <p:spPr>
          <a:xfrm xmlns:a="http://schemas.openxmlformats.org/drawingml/2006/main">
            <a:off x="9010650" y="4972050"/>
            <a:ext cx="47625" cy="533400"/>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DDDA562-723F-44E4-9A3E-1BB3350F8DB4}"/>
              </a:ext>
            </a:extLst>
          </p:cNvPr>
          <p:cNvSpPr>
            <a:spLocks xmlns:a="http://schemas.openxmlformats.org/drawingml/2006/main" noGrp="1"/>
          </p:cNvSpPr>
          <p:nvPr/>
        </p:nvSpPr>
        <p:spPr>
          <a:xfrm xmlns:a="http://schemas.openxmlformats.org/drawingml/2006/main">
            <a:off x="9182100" y="50863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172033"/>
                </a:solidFill>
              </a:defRPr>
            </a:pPr>
            <a:r>
              <a:rPr sz="1350" b="0">
                <a:solidFill>
                  <a:srgbClr val="172033"/>
                </a:solidFill>
              </a:rPr>
              <a:t>Đổi project</a:t>
            </a:r>
          </a:p>
        </p:txBody>
      </p:sp>
    </p:spTree>
    <p:extLst>
      <p:ext uri="{BB962C8B-B14F-4D97-AF65-F5344CB8AC3E}">
        <p14:creationId xmlns:p14="http://schemas.microsoft.com/office/powerpoint/2010/main" val="768604377"/>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31E4AFD-0636-4F3A-8403-E86559DBD452}"/>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E335C6D-2B39-491F-BBCF-69F48A18952C}"/>
              </a:ext>
            </a:extLst>
          </p:cNvPr>
          <p:cNvSpPr>
            <a:spLocks xmlns:a="http://schemas.openxmlformats.org/drawingml/2006/main" noGrp="1"/>
          </p:cNvSpPr>
          <p:nvPr/>
        </p:nvSpPr>
        <p:spPr>
          <a:xfrm xmlns:a="http://schemas.openxmlformats.org/drawingml/2006/main">
            <a:off x="685800" y="4762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0F8B8D"/>
                </a:solidFill>
              </a:defRPr>
            </a:pPr>
            <a:r>
              <a:rPr sz="1200" b="1">
                <a:solidFill>
                  <a:srgbClr val="0F8B8D"/>
                </a:solidFill>
              </a:rPr>
              <a:t>ĐIỂM CẦN NHỚ</a:t>
            </a:r>
          </a:p>
        </p:txBody>
      </p:sp>
      <p:sp>
        <p:nvSpPr>
          <p:cNvPr id="3" name="">
            <a:extLst xmlns:a="http://schemas.openxmlformats.org/drawingml/2006/main">
              <a:ext uri="{FF2B5EF4-FFF2-40B4-BE49-F238E27FC236}">
                <a16:creationId xmlns:a16="http://schemas.microsoft.com/office/drawing/2014/main" id="{58ED4206-DCBB-4433-8492-F1CB954BC77D}"/>
              </a:ext>
            </a:extLst>
          </p:cNvPr>
          <p:cNvSpPr>
            <a:spLocks xmlns:a="http://schemas.openxmlformats.org/drawingml/2006/main" noGrp="1"/>
          </p:cNvSpPr>
          <p:nvPr/>
        </p:nvSpPr>
        <p:spPr>
          <a:xfrm xmlns:a="http://schemas.openxmlformats.org/drawingml/2006/main">
            <a:off x="685800" y="838200"/>
            <a:ext cx="10820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23B67"/>
                </a:solidFill>
              </a:defRPr>
            </a:pPr>
            <a:r>
              <a:rPr sz="3600" b="1">
                <a:solidFill>
                  <a:srgbClr val="123B67"/>
                </a:solidFill>
              </a:rPr>
              <a:t>Dùng đúng công cụ cho đúng ranh giới</a:t>
            </a:r>
          </a:p>
        </p:txBody>
      </p:sp>
      <p:sp>
        <p:nvSpPr>
          <p:cNvPr id="4" name="">
            <a:extLst xmlns:a="http://schemas.openxmlformats.org/drawingml/2006/main">
              <a:ext uri="{FF2B5EF4-FFF2-40B4-BE49-F238E27FC236}">
                <a16:creationId xmlns:a16="http://schemas.microsoft.com/office/drawing/2014/main" id="{CA16CD4C-698A-463F-998B-BA5729FF1EB2}"/>
              </a:ext>
            </a:extLst>
          </p:cNvPr>
          <p:cNvSpPr>
            <a:spLocks xmlns:a="http://schemas.openxmlformats.org/drawingml/2006/main" noGrp="1"/>
          </p:cNvSpPr>
          <p:nvPr/>
        </p:nvSpPr>
        <p:spPr>
          <a:xfrm xmlns:a="http://schemas.openxmlformats.org/drawingml/2006/main">
            <a:off x="685800" y="6477000"/>
            <a:ext cx="571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Kết luận</a:t>
            </a:r>
          </a:p>
        </p:txBody>
      </p:sp>
      <p:sp>
        <p:nvSpPr>
          <p:cNvPr id="5" name="">
            <a:extLst xmlns:a="http://schemas.openxmlformats.org/drawingml/2006/main">
              <a:ext uri="{FF2B5EF4-FFF2-40B4-BE49-F238E27FC236}">
                <a16:creationId xmlns:a16="http://schemas.microsoft.com/office/drawing/2014/main" id="{4D8C7D05-028C-4FF8-8BD7-27035F7A4461}"/>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15 / 16</a:t>
            </a:r>
          </a:p>
        </p:txBody>
      </p:sp>
      <p:sp>
        <p:nvSpPr>
          <p:cNvPr id="6" name="">
            <a:extLst xmlns:a="http://schemas.openxmlformats.org/drawingml/2006/main">
              <a:ext uri="{FF2B5EF4-FFF2-40B4-BE49-F238E27FC236}">
                <a16:creationId xmlns:a16="http://schemas.microsoft.com/office/drawing/2014/main" id="{4B4E35E3-47C6-44B4-8378-50145BC67524}"/>
              </a:ext>
            </a:extLst>
          </p:cNvPr>
          <p:cNvSpPr>
            <a:spLocks xmlns:a="http://schemas.openxmlformats.org/drawingml/2006/main" noGrp="1"/>
          </p:cNvSpPr>
          <p:nvPr/>
        </p:nvSpPr>
        <p:spPr>
          <a:xfrm xmlns:a="http://schemas.openxmlformats.org/drawingml/2006/main">
            <a:off x="0" y="6810375"/>
            <a:ext cx="1219200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47A3CAB-A580-4F32-ADFF-96F0611A25A8}"/>
              </a:ext>
            </a:extLst>
          </p:cNvPr>
          <p:cNvSpPr>
            <a:spLocks xmlns:a="http://schemas.openxmlformats.org/drawingml/2006/main" noGrp="1"/>
          </p:cNvSpPr>
          <p:nvPr/>
        </p:nvSpPr>
        <p:spPr>
          <a:xfrm xmlns:a="http://schemas.openxmlformats.org/drawingml/2006/main">
            <a:off x="685800" y="1809750"/>
            <a:ext cx="3333750" cy="176212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8" name="">
            <a:extLst xmlns:a="http://schemas.openxmlformats.org/drawingml/2006/main">
              <a:ext uri="{FF2B5EF4-FFF2-40B4-BE49-F238E27FC236}">
                <a16:creationId xmlns:a16="http://schemas.microsoft.com/office/drawing/2014/main" id="{0EEDF2D9-8673-41C7-BB9C-0E25CD575A65}"/>
              </a:ext>
            </a:extLst>
          </p:cNvPr>
          <p:cNvSpPr>
            <a:spLocks xmlns:a="http://schemas.openxmlformats.org/drawingml/2006/main" noGrp="1"/>
          </p:cNvSpPr>
          <p:nvPr/>
        </p:nvSpPr>
        <p:spPr>
          <a:xfrm xmlns:a="http://schemas.openxmlformats.org/drawingml/2006/main">
            <a:off x="685800" y="1809750"/>
            <a:ext cx="3333750" cy="47625"/>
          </a:xfrm>
          <a:prstGeom xmlns:a="http://schemas.openxmlformats.org/drawingml/2006/main" prst="rect">
            <a:avLst/>
          </a:prstGeom>
          <a:solidFill xmlns:a="http://schemas.openxmlformats.org/drawingml/2006/main">
            <a:srgbClr val="2563E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AA9E0F8-D972-4CB3-AA49-4D3630C0C9C6}"/>
              </a:ext>
            </a:extLst>
          </p:cNvPr>
          <p:cNvSpPr>
            <a:spLocks xmlns:a="http://schemas.openxmlformats.org/drawingml/2006/main" noGrp="1"/>
          </p:cNvSpPr>
          <p:nvPr/>
        </p:nvSpPr>
        <p:spPr>
          <a:xfrm xmlns:a="http://schemas.openxmlformats.org/drawingml/2006/main">
            <a:off x="857250" y="20002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563EB"/>
                </a:solidFill>
              </a:defRPr>
            </a:pPr>
            <a:r>
              <a:rPr sz="1875" b="1">
                <a:solidFill>
                  <a:srgbClr val="2563EB"/>
                </a:solidFill>
              </a:rPr>
              <a:t>DbUnit</a:t>
            </a:r>
          </a:p>
        </p:txBody>
      </p:sp>
      <p:sp>
        <p:nvSpPr>
          <p:cNvPr id="10" name="">
            <a:extLst xmlns:a="http://schemas.openxmlformats.org/drawingml/2006/main">
              <a:ext uri="{FF2B5EF4-FFF2-40B4-BE49-F238E27FC236}">
                <a16:creationId xmlns:a16="http://schemas.microsoft.com/office/drawing/2014/main" id="{96177D77-C970-4916-A034-3065805D5113}"/>
              </a:ext>
            </a:extLst>
          </p:cNvPr>
          <p:cNvSpPr>
            <a:spLocks xmlns:a="http://schemas.openxmlformats.org/drawingml/2006/main" noGrp="1"/>
          </p:cNvSpPr>
          <p:nvPr/>
        </p:nvSpPr>
        <p:spPr>
          <a:xfrm xmlns:a="http://schemas.openxmlformats.org/drawingml/2006/main">
            <a:off x="857250" y="2419350"/>
            <a:ext cx="2990850" cy="1038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Kiểm soát trạng thái CSDL quan hệ và xác minh kết quả ổn định.</a:t>
            </a:r>
          </a:p>
        </p:txBody>
      </p:sp>
      <p:sp>
        <p:nvSpPr>
          <p:cNvPr id="11" name="">
            <a:extLst xmlns:a="http://schemas.openxmlformats.org/drawingml/2006/main">
              <a:ext uri="{FF2B5EF4-FFF2-40B4-BE49-F238E27FC236}">
                <a16:creationId xmlns:a16="http://schemas.microsoft.com/office/drawing/2014/main" id="{A6770EFC-7822-4D09-BAD7-561309CE2CBB}"/>
              </a:ext>
            </a:extLst>
          </p:cNvPr>
          <p:cNvSpPr>
            <a:spLocks xmlns:a="http://schemas.openxmlformats.org/drawingml/2006/main" noGrp="1"/>
          </p:cNvSpPr>
          <p:nvPr/>
        </p:nvSpPr>
        <p:spPr>
          <a:xfrm xmlns:a="http://schemas.openxmlformats.org/drawingml/2006/main">
            <a:off x="4429125" y="1809750"/>
            <a:ext cx="3333750" cy="176212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2" name="">
            <a:extLst xmlns:a="http://schemas.openxmlformats.org/drawingml/2006/main">
              <a:ext uri="{FF2B5EF4-FFF2-40B4-BE49-F238E27FC236}">
                <a16:creationId xmlns:a16="http://schemas.microsoft.com/office/drawing/2014/main" id="{7791C2BB-DF9C-47F3-9DE3-5FD71CE6B0B3}"/>
              </a:ext>
            </a:extLst>
          </p:cNvPr>
          <p:cNvSpPr>
            <a:spLocks xmlns:a="http://schemas.openxmlformats.org/drawingml/2006/main" noGrp="1"/>
          </p:cNvSpPr>
          <p:nvPr/>
        </p:nvSpPr>
        <p:spPr>
          <a:xfrm xmlns:a="http://schemas.openxmlformats.org/drawingml/2006/main">
            <a:off x="4429125" y="1809750"/>
            <a:ext cx="333375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F4CEC04-9604-4E18-9DA6-F87CFA4E4509}"/>
              </a:ext>
            </a:extLst>
          </p:cNvPr>
          <p:cNvSpPr>
            <a:spLocks xmlns:a="http://schemas.openxmlformats.org/drawingml/2006/main" noGrp="1"/>
          </p:cNvSpPr>
          <p:nvPr/>
        </p:nvSpPr>
        <p:spPr>
          <a:xfrm xmlns:a="http://schemas.openxmlformats.org/drawingml/2006/main">
            <a:off x="4600575" y="20002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563EB"/>
                </a:solidFill>
              </a:defRPr>
            </a:pPr>
            <a:r>
              <a:rPr sz="1875" b="1">
                <a:solidFill>
                  <a:srgbClr val="2563EB"/>
                </a:solidFill>
              </a:rPr>
              <a:t>Database Rider</a:t>
            </a:r>
          </a:p>
        </p:txBody>
      </p:sp>
      <p:sp>
        <p:nvSpPr>
          <p:cNvPr id="14" name="">
            <a:extLst xmlns:a="http://schemas.openxmlformats.org/drawingml/2006/main">
              <a:ext uri="{FF2B5EF4-FFF2-40B4-BE49-F238E27FC236}">
                <a16:creationId xmlns:a16="http://schemas.microsoft.com/office/drawing/2014/main" id="{85DC2AE3-8C6E-4CFE-89E5-28CCB7F54F37}"/>
              </a:ext>
            </a:extLst>
          </p:cNvPr>
          <p:cNvSpPr>
            <a:spLocks xmlns:a="http://schemas.openxmlformats.org/drawingml/2006/main" noGrp="1"/>
          </p:cNvSpPr>
          <p:nvPr/>
        </p:nvSpPr>
        <p:spPr>
          <a:xfrm xmlns:a="http://schemas.openxmlformats.org/drawingml/2006/main">
            <a:off x="4600575" y="2419350"/>
            <a:ext cx="2990850" cy="1038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Giữ nguyên ý tưởng nhưng giúp dataset và test dễ bảo trì hơn.</a:t>
            </a:r>
          </a:p>
        </p:txBody>
      </p:sp>
      <p:sp>
        <p:nvSpPr>
          <p:cNvPr id="15" name="">
            <a:extLst xmlns:a="http://schemas.openxmlformats.org/drawingml/2006/main">
              <a:ext uri="{FF2B5EF4-FFF2-40B4-BE49-F238E27FC236}">
                <a16:creationId xmlns:a16="http://schemas.microsoft.com/office/drawing/2014/main" id="{25425390-B6BB-4A55-AC56-B9320A8C3CC5}"/>
              </a:ext>
            </a:extLst>
          </p:cNvPr>
          <p:cNvSpPr>
            <a:spLocks xmlns:a="http://schemas.openxmlformats.org/drawingml/2006/main" noGrp="1"/>
          </p:cNvSpPr>
          <p:nvPr/>
        </p:nvSpPr>
        <p:spPr>
          <a:xfrm xmlns:a="http://schemas.openxmlformats.org/drawingml/2006/main">
            <a:off x="8172450" y="1809750"/>
            <a:ext cx="3333750" cy="1762125"/>
          </a:xfrm>
          <a:prstGeom xmlns:a="http://schemas.openxmlformats.org/drawingml/2006/main" prst="rect">
            <a:avLst/>
          </a:prstGeom>
          <a:solidFill xmlns:a="http://schemas.openxmlformats.org/drawingml/2006/main">
            <a:srgbClr val="FFFFFF"/>
          </a:solidFill>
          <a:ln xmlns:a="http://schemas.openxmlformats.org/drawingml/2006/main" w="9525">
            <a:solidFill>
              <a:srgbClr val="CAD5E1"/>
            </a:solidFill>
            <a:prstDash val="solid"/>
          </a:ln>
        </p:spPr>
      </p:sp>
      <p:sp>
        <p:nvSpPr>
          <p:cNvPr id="16" name="">
            <a:extLst xmlns:a="http://schemas.openxmlformats.org/drawingml/2006/main">
              <a:ext uri="{FF2B5EF4-FFF2-40B4-BE49-F238E27FC236}">
                <a16:creationId xmlns:a16="http://schemas.microsoft.com/office/drawing/2014/main" id="{DC83FD08-AF00-4B3C-9EA6-C7A013CDAE91}"/>
              </a:ext>
            </a:extLst>
          </p:cNvPr>
          <p:cNvSpPr>
            <a:spLocks xmlns:a="http://schemas.openxmlformats.org/drawingml/2006/main" noGrp="1"/>
          </p:cNvSpPr>
          <p:nvPr/>
        </p:nvSpPr>
        <p:spPr>
          <a:xfrm xmlns:a="http://schemas.openxmlformats.org/drawingml/2006/main">
            <a:off x="8172450" y="1809750"/>
            <a:ext cx="3333750" cy="47625"/>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7DB381C-0B2D-4453-B290-14DD5B9A5A54}"/>
              </a:ext>
            </a:extLst>
          </p:cNvPr>
          <p:cNvSpPr>
            <a:spLocks xmlns:a="http://schemas.openxmlformats.org/drawingml/2006/main" noGrp="1"/>
          </p:cNvSpPr>
          <p:nvPr/>
        </p:nvSpPr>
        <p:spPr>
          <a:xfrm xmlns:a="http://schemas.openxmlformats.org/drawingml/2006/main">
            <a:off x="8343900" y="20002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563EB"/>
                </a:solidFill>
              </a:defRPr>
            </a:pPr>
            <a:r>
              <a:rPr sz="1875" b="1">
                <a:solidFill>
                  <a:srgbClr val="2563EB"/>
                </a:solidFill>
              </a:rPr>
              <a:t>Tonic</a:t>
            </a:r>
          </a:p>
        </p:txBody>
      </p:sp>
      <p:sp>
        <p:nvSpPr>
          <p:cNvPr id="18" name="">
            <a:extLst xmlns:a="http://schemas.openxmlformats.org/drawingml/2006/main">
              <a:ext uri="{FF2B5EF4-FFF2-40B4-BE49-F238E27FC236}">
                <a16:creationId xmlns:a16="http://schemas.microsoft.com/office/drawing/2014/main" id="{A27140FE-09B0-43FC-9BC6-FC22D77A5E47}"/>
              </a:ext>
            </a:extLst>
          </p:cNvPr>
          <p:cNvSpPr>
            <a:spLocks xmlns:a="http://schemas.openxmlformats.org/drawingml/2006/main" noGrp="1"/>
          </p:cNvSpPr>
          <p:nvPr/>
        </p:nvSpPr>
        <p:spPr>
          <a:xfrm xmlns:a="http://schemas.openxmlformats.org/drawingml/2006/main">
            <a:off x="8343900" y="2419350"/>
            <a:ext cx="2990850" cy="1038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172033"/>
                </a:solidFill>
              </a:defRPr>
            </a:pPr>
            <a:r>
              <a:rPr sz="1500" b="0">
                <a:solidFill>
                  <a:srgbClr val="172033"/>
                </a:solidFill>
              </a:rPr>
              <a:t>Tạo dữ liệu an toàn cho CSDL quan hệ và một số hệ NoSQL.</a:t>
            </a:r>
          </a:p>
        </p:txBody>
      </p:sp>
      <p:sp>
        <p:nvSpPr>
          <p:cNvPr id="19" name="">
            <a:extLst xmlns:a="http://schemas.openxmlformats.org/drawingml/2006/main">
              <a:ext uri="{FF2B5EF4-FFF2-40B4-BE49-F238E27FC236}">
                <a16:creationId xmlns:a16="http://schemas.microsoft.com/office/drawing/2014/main" id="{4C416336-C299-4B3E-BD69-A1E4FB4E942D}"/>
              </a:ext>
            </a:extLst>
          </p:cNvPr>
          <p:cNvSpPr>
            <a:spLocks xmlns:a="http://schemas.openxmlformats.org/drawingml/2006/main" noGrp="1"/>
          </p:cNvSpPr>
          <p:nvPr/>
        </p:nvSpPr>
        <p:spPr>
          <a:xfrm xmlns:a="http://schemas.openxmlformats.org/drawingml/2006/main">
            <a:off x="685800" y="4000500"/>
            <a:ext cx="57150" cy="1000125"/>
          </a:xfrm>
          <a:prstGeom xmlns:a="http://schemas.openxmlformats.org/drawingml/2006/main" prst="rect">
            <a:avLst/>
          </a:prstGeom>
          <a:solidFill xmlns:a="http://schemas.openxmlformats.org/drawingml/2006/main">
            <a:srgbClr val="E76F5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2074DE6-8CAD-42DE-A86D-CAC67F51779F}"/>
              </a:ext>
            </a:extLst>
          </p:cNvPr>
          <p:cNvSpPr>
            <a:spLocks xmlns:a="http://schemas.openxmlformats.org/drawingml/2006/main" noGrp="1"/>
          </p:cNvSpPr>
          <p:nvPr/>
        </p:nvSpPr>
        <p:spPr>
          <a:xfrm xmlns:a="http://schemas.openxmlformats.org/drawingml/2006/main">
            <a:off x="952500" y="4095750"/>
            <a:ext cx="9906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325" b="0">
                <a:solidFill>
                  <a:srgbClr val="123B67"/>
                </a:solidFill>
              </a:defRPr>
            </a:pPr>
            <a:r>
              <a:rPr sz="2325" b="0">
                <a:solidFill>
                  <a:srgbClr val="123B67"/>
                </a:solidFill>
              </a:rPr>
              <a:t>Tái sử dụng test harness và quy trình. Viết lại schema cùng assertion nghiệp vụ tạo nên ý nghĩa của test.</a:t>
            </a:r>
          </a:p>
        </p:txBody>
      </p:sp>
      <p:sp>
        <p:nvSpPr>
          <p:cNvPr id="21" name="">
            <a:extLst xmlns:a="http://schemas.openxmlformats.org/drawingml/2006/main">
              <a:ext uri="{FF2B5EF4-FFF2-40B4-BE49-F238E27FC236}">
                <a16:creationId xmlns:a16="http://schemas.microsoft.com/office/drawing/2014/main" id="{DBA736D2-3851-482F-8D1D-1D499947A05A}"/>
              </a:ext>
            </a:extLst>
          </p:cNvPr>
          <p:cNvSpPr>
            <a:spLocks xmlns:a="http://schemas.openxmlformats.org/drawingml/2006/main" noGrp="1"/>
          </p:cNvSpPr>
          <p:nvPr/>
        </p:nvSpPr>
        <p:spPr>
          <a:xfrm xmlns:a="http://schemas.openxmlformats.org/drawingml/2006/main">
            <a:off x="685800" y="5381625"/>
            <a:ext cx="666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0">
                <a:solidFill>
                  <a:srgbClr val="526579"/>
                </a:solidFill>
              </a:defRPr>
            </a:pPr>
            <a:r>
              <a:rPr sz="2100" b="0">
                <a:solidFill>
                  <a:srgbClr val="526579"/>
                </a:solidFill>
              </a:rPr>
              <a:t>Tiếp theo: live demo trên EShop.</a:t>
            </a:r>
          </a:p>
        </p:txBody>
      </p:sp>
    </p:spTree>
    <p:extLst>
      <p:ext uri="{BB962C8B-B14F-4D97-AF65-F5344CB8AC3E}">
        <p14:creationId xmlns:p14="http://schemas.microsoft.com/office/powerpoint/2010/main" val="10861826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684153C-22E0-4E1C-8416-EBBE9C0B95E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155C644-6622-496F-A7FC-A98AC223C335}"/>
              </a:ext>
            </a:extLst>
          </p:cNvPr>
          <p:cNvSpPr>
            <a:spLocks xmlns:a="http://schemas.openxmlformats.org/drawingml/2006/main" noGrp="1"/>
          </p:cNvSpPr>
          <p:nvPr/>
        </p:nvSpPr>
        <p:spPr>
          <a:xfrm xmlns:a="http://schemas.openxmlformats.org/drawingml/2006/main">
            <a:off x="685800" y="16192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0F8B8D"/>
                </a:solidFill>
              </a:defRPr>
            </a:pPr>
            <a:r>
              <a:rPr sz="1275" b="1">
                <a:solidFill>
                  <a:srgbClr val="0F8B8D"/>
                </a:solidFill>
              </a:rPr>
              <a:t>HOẠT ĐỘNG CUỐI SEMINAR</a:t>
            </a:r>
          </a:p>
        </p:txBody>
      </p:sp>
      <p:sp>
        <p:nvSpPr>
          <p:cNvPr id="3" name="">
            <a:extLst xmlns:a="http://schemas.openxmlformats.org/drawingml/2006/main">
              <a:ext uri="{FF2B5EF4-FFF2-40B4-BE49-F238E27FC236}">
                <a16:creationId xmlns:a16="http://schemas.microsoft.com/office/drawing/2014/main" id="{5B8B074F-E560-4EBB-9C8E-4EFEB8A8673A}"/>
              </a:ext>
            </a:extLst>
          </p:cNvPr>
          <p:cNvSpPr>
            <a:spLocks xmlns:a="http://schemas.openxmlformats.org/drawingml/2006/main" noGrp="1"/>
          </p:cNvSpPr>
          <p:nvPr/>
        </p:nvSpPr>
        <p:spPr>
          <a:xfrm xmlns:a="http://schemas.openxmlformats.org/drawingml/2006/main">
            <a:off x="685800" y="2038350"/>
            <a:ext cx="6762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5100" b="1">
                <a:solidFill>
                  <a:srgbClr val="123B67"/>
                </a:solidFill>
              </a:defRPr>
            </a:pPr>
            <a:r>
              <a:rPr sz="5100" b="1">
                <a:solidFill>
                  <a:srgbClr val="123B67"/>
                </a:solidFill>
              </a:rPr>
              <a:t>Quét mã QR</a:t>
            </a:r>
          </a:p>
          <a:p xmlns:a="http://schemas.openxmlformats.org/drawingml/2006/main">
            <a:pPr algn="l">
              <a:buNone/>
              <a:defRPr sz="5100" b="1">
                <a:solidFill>
                  <a:srgbClr val="123B67"/>
                </a:solidFill>
              </a:defRPr>
            </a:pPr>
            <a:r>
              <a:rPr sz="5100" b="1">
                <a:solidFill>
                  <a:srgbClr val="123B67"/>
                </a:solidFill>
              </a:rPr>
              <a:t>để làm bài test</a:t>
            </a:r>
          </a:p>
        </p:txBody>
      </p:sp>
      <p:sp>
        <p:nvSpPr>
          <p:cNvPr id="4" name="">
            <a:extLst xmlns:a="http://schemas.openxmlformats.org/drawingml/2006/main">
              <a:ext uri="{FF2B5EF4-FFF2-40B4-BE49-F238E27FC236}">
                <a16:creationId xmlns:a16="http://schemas.microsoft.com/office/drawing/2014/main" id="{F1D41BE3-9558-493F-93C1-80AB81D87D4B}"/>
              </a:ext>
            </a:extLst>
          </p:cNvPr>
          <p:cNvSpPr>
            <a:spLocks xmlns:a="http://schemas.openxmlformats.org/drawingml/2006/main" noGrp="1"/>
          </p:cNvSpPr>
          <p:nvPr/>
        </p:nvSpPr>
        <p:spPr>
          <a:xfrm xmlns:a="http://schemas.openxmlformats.org/drawingml/2006/main">
            <a:off x="685800" y="3581400"/>
            <a:ext cx="7143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0">
                <a:solidFill>
                  <a:srgbClr val="526579"/>
                </a:solidFill>
              </a:defRPr>
            </a:pPr>
            <a:r>
              <a:rPr sz="1950" b="0">
                <a:solidFill>
                  <a:srgbClr val="526579"/>
                </a:solidFill>
              </a:rPr>
              <a:t>Dùng điện thoại quét mã để mở bài test về database testing, DbUnit, Database Rider và Tonic.ai.</a:t>
            </a:r>
          </a:p>
        </p:txBody>
      </p:sp>
      <p:sp>
        <p:nvSpPr>
          <p:cNvPr id="5" name="">
            <a:extLst xmlns:a="http://schemas.openxmlformats.org/drawingml/2006/main">
              <a:ext uri="{FF2B5EF4-FFF2-40B4-BE49-F238E27FC236}">
                <a16:creationId xmlns:a16="http://schemas.microsoft.com/office/drawing/2014/main" id="{0DFE96B1-A0A8-4F52-86B0-5E199F593B09}"/>
              </a:ext>
            </a:extLst>
          </p:cNvPr>
          <p:cNvSpPr>
            <a:spLocks xmlns:a="http://schemas.openxmlformats.org/drawingml/2006/main" noGrp="1"/>
          </p:cNvSpPr>
          <p:nvPr/>
        </p:nvSpPr>
        <p:spPr>
          <a:xfrm xmlns:a="http://schemas.openxmlformats.org/drawingml/2006/main">
            <a:off x="685800" y="4686300"/>
            <a:ext cx="4953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579"/>
                </a:solidFill>
              </a:defRPr>
            </a:pPr>
            <a:r>
              <a:rPr sz="1350" b="0">
                <a:solidFill>
                  <a:srgbClr val="526579"/>
                </a:solidFill>
              </a:rPr>
              <a:t>Chúc các bạn hoàn thành tốt!</a:t>
            </a:r>
          </a:p>
          <a:p xmlns:a="http://schemas.openxmlformats.org/drawingml/2006/main">
            <a:pPr algn="l">
              <a:buNone/>
              <a:defRPr sz="1350" b="0">
                <a:solidFill>
                  <a:srgbClr val="526579"/>
                </a:solidFill>
              </a:defRPr>
            </a:pPr>
            <a:r>
              <a:rPr sz="1350" b="0">
                <a:solidFill>
                  <a:srgbClr val="526579"/>
                </a:solidFill>
              </a:rPr>
              <a:t>Cảm ơn thầy và các bạn đã tham gia.</a:t>
            </a:r>
          </a:p>
          <a:p xmlns:a="http://schemas.openxmlformats.org/drawingml/2006/main">
            <a:pPr algn="l">
              <a:buNone/>
              <a:defRPr sz="1350" b="0">
                <a:solidFill>
                  <a:srgbClr val="526579"/>
                </a:solidFill>
              </a:defRPr>
            </a:pPr>
            <a:r>
              <a:rPr sz="1350" b="0">
                <a:solidFill>
                  <a:srgbClr val="526579"/>
                </a:solidFill>
              </a:rPr>
              <a:t> </a:t>
            </a:r>
          </a:p>
        </p:txBody>
      </p:sp>
      <p:sp>
        <p:nvSpPr>
          <p:cNvPr id="7" name="">
            <a:extLst xmlns:a="http://schemas.openxmlformats.org/drawingml/2006/main">
              <a:ext uri="{FF2B5EF4-FFF2-40B4-BE49-F238E27FC236}">
                <a16:creationId xmlns:a16="http://schemas.microsoft.com/office/drawing/2014/main" id="{13ECE4E8-539E-4ACA-A6EF-852D9C75867C}"/>
              </a:ext>
            </a:extLst>
          </p:cNvPr>
          <p:cNvSpPr>
            <a:spLocks xmlns:a="http://schemas.openxmlformats.org/drawingml/2006/main" noGrp="1"/>
          </p:cNvSpPr>
          <p:nvPr/>
        </p:nvSpPr>
        <p:spPr>
          <a:xfrm xmlns:a="http://schemas.openxmlformats.org/drawingml/2006/main">
            <a:off x="685800" y="64770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579"/>
                </a:solidFill>
              </a:defRPr>
            </a:pPr>
            <a:r>
              <a:rPr sz="1050" b="0">
                <a:solidFill>
                  <a:srgbClr val="526579"/>
                </a:solidFill>
              </a:rPr>
              <a:t>ĐHQG-HCM - KHTN</a:t>
            </a:r>
          </a:p>
        </p:txBody>
      </p:sp>
      <p:sp>
        <p:nvSpPr>
          <p:cNvPr id="8" name="">
            <a:extLst xmlns:a="http://schemas.openxmlformats.org/drawingml/2006/main">
              <a:ext uri="{FF2B5EF4-FFF2-40B4-BE49-F238E27FC236}">
                <a16:creationId xmlns:a16="http://schemas.microsoft.com/office/drawing/2014/main" id="{7211B0E2-DB9E-45ED-ACC2-7B88057905F8}"/>
              </a:ext>
            </a:extLst>
          </p:cNvPr>
          <p:cNvSpPr>
            <a:spLocks xmlns:a="http://schemas.openxmlformats.org/drawingml/2006/main" noGrp="1"/>
          </p:cNvSpPr>
          <p:nvPr/>
        </p:nvSpPr>
        <p:spPr>
          <a:xfrm xmlns:a="http://schemas.openxmlformats.org/drawingml/2006/main">
            <a:off x="9667875" y="6477000"/>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526579"/>
                </a:solidFill>
              </a:defRPr>
            </a:pPr>
            <a:r>
              <a:rPr sz="1050" b="0">
                <a:solidFill>
                  <a:srgbClr val="526579"/>
                </a:solidFill>
              </a:rPr>
              <a:t>16 / 16</a:t>
            </a:r>
          </a:p>
        </p:txBody>
      </p:sp>
      <p:sp>
        <p:nvSpPr>
          <p:cNvPr id="9" name="">
            <a:extLst xmlns:a="http://schemas.openxmlformats.org/drawingml/2006/main">
              <a:ext uri="{FF2B5EF4-FFF2-40B4-BE49-F238E27FC236}">
                <a16:creationId xmlns:a16="http://schemas.microsoft.com/office/drawing/2014/main" id="{3192AAE9-323E-4CE4-B1B1-EB1282CBECE9}"/>
              </a:ext>
            </a:extLst>
          </p:cNvPr>
          <p:cNvSpPr>
            <a:spLocks xmlns:a="http://schemas.openxmlformats.org/drawingml/2006/main" noGrp="1"/>
          </p:cNvSpPr>
          <p:nvPr/>
        </p:nvSpPr>
        <p:spPr>
          <a:xfrm xmlns:a="http://schemas.openxmlformats.org/drawingml/2006/main">
            <a:off x="0" y="6810375"/>
            <a:ext cx="933450" cy="47625"/>
          </a:xfrm>
          <a:prstGeom xmlns:a="http://schemas.openxmlformats.org/drawingml/2006/main" prst="rect">
            <a:avLst/>
          </a:prstGeom>
          <a:solidFill xmlns:a="http://schemas.openxmlformats.org/drawingml/2006/main">
            <a:srgbClr val="0F8B8D"/>
          </a:solidFill>
          <a:ln xmlns:a="http://schemas.openxmlformats.org/drawingml/2006/main" w="0">
            <a:no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6d73286da024bbf"/>
          <a:stretch xmlns:a="http://schemas.openxmlformats.org/drawingml/2006/main"/>
        </p:blipFill>
        <p:spPr>
          <a:xfrm xmlns:a="http://schemas.openxmlformats.org/drawingml/2006/main">
            <a:off x="8477250" y="2095500"/>
            <a:ext cx="2857500" cy="2857500"/>
          </a:xfrm>
          <a:prstGeom xmlns:a="http://schemas.openxmlformats.org/drawingml/2006/main" prst="rect">
            <a:avLst/>
          </a:prstGeom>
        </p:spPr>
      </p:pic>
    </p:spTree>
    <p:extLst>
      <p:ext uri="{BB962C8B-B14F-4D97-AF65-F5344CB8AC3E}">
        <p14:creationId xmlns:p14="http://schemas.microsoft.com/office/powerpoint/2010/main" val="8885731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2026-07-21T02:39:07.4920000Z</dcterms:created>
  <dcterms:modified xsi:type="dcterms:W3CDTF">2026-07-21T02:39:07.4920000Z</dcterms:modified>
</coreProperties>
</file>