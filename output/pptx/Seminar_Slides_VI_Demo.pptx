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bfe1443dc04bf0" /><Relationship Type="http://schemas.openxmlformats.org/officeDocument/2006/relationships/extended-properties" Target="/docProps/app.xml" Id="R4e3830c1ccef49af" /><Relationship Type="http://schemas.openxmlformats.org/officeDocument/2006/relationships/officeDocument" Target="/ppt/presentation.xml" Id="R0020cb63cdb94bc8" /></Relationships>
</file>

<file path=ppt/presentation.xml><?xml version="1.0" encoding="utf-8"?>
<p:presentation xmlns:p="http://schemas.openxmlformats.org/presentationml/2006/main">
  <p:sldMasterIdLst>
    <p:sldMasterId xmlns:r="http://schemas.openxmlformats.org/officeDocument/2006/relationships" id="2147483648" r:id="R917d81319e734a0a"/>
  </p:sldMasterIdLst>
  <p:notesMasterIdLst>
    <p:notesMasterId xmlns:r="http://schemas.openxmlformats.org/officeDocument/2006/relationships" r:id="Rdf9f6f5a2faa47d0"/>
  </p:notesMasterIdLst>
  <p:sldIdLst>
    <p:sldId xmlns:r="http://schemas.openxmlformats.org/officeDocument/2006/relationships" id="256" r:id="R764a1ec62ff14500"/>
    <p:sldId xmlns:r="http://schemas.openxmlformats.org/officeDocument/2006/relationships" id="257" r:id="Re278f36c88904311"/>
    <p:sldId xmlns:r="http://schemas.openxmlformats.org/officeDocument/2006/relationships" id="258" r:id="R784325c33d064bcb"/>
    <p:sldId xmlns:r="http://schemas.openxmlformats.org/officeDocument/2006/relationships" id="259" r:id="R9294e87776494f4d"/>
    <p:sldId xmlns:r="http://schemas.openxmlformats.org/officeDocument/2006/relationships" id="260" r:id="Rd98ccdc8fdc548df"/>
    <p:sldId xmlns:r="http://schemas.openxmlformats.org/officeDocument/2006/relationships" id="261" r:id="R826fe65385bf4698"/>
    <p:sldId xmlns:r="http://schemas.openxmlformats.org/officeDocument/2006/relationships" id="262" r:id="R872d04333dcf4d08"/>
    <p:sldId xmlns:r="http://schemas.openxmlformats.org/officeDocument/2006/relationships" id="263" r:id="Ra4fbc7e5010b47ec"/>
    <p:sldId xmlns:r="http://schemas.openxmlformats.org/officeDocument/2006/relationships" id="264" r:id="R3fffb3f4746b461b"/>
    <p:sldId xmlns:r="http://schemas.openxmlformats.org/officeDocument/2006/relationships" id="265" r:id="R1b2ae3958ef7423f"/>
    <p:sldId xmlns:r="http://schemas.openxmlformats.org/officeDocument/2006/relationships" id="266" r:id="R14e0893d61154109"/>
    <p:sldId xmlns:r="http://schemas.openxmlformats.org/officeDocument/2006/relationships" id="267" r:id="R04f499613c0a4398"/>
    <p:sldId xmlns:r="http://schemas.openxmlformats.org/officeDocument/2006/relationships" id="268" r:id="R1dd32b1a3d894f0d"/>
    <p:sldId xmlns:r="http://schemas.openxmlformats.org/officeDocument/2006/relationships" id="269" r:id="Ra17720a291204fdf"/>
    <p:sldId xmlns:r="http://schemas.openxmlformats.org/officeDocument/2006/relationships" id="270" r:id="R15d5fe36dc094ec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6c8b0c5f794669" /><Relationship Type="http://schemas.openxmlformats.org/officeDocument/2006/relationships/slideMaster" Target="/ppt/slideMasters/slideMaster1.xml" Id="R917d81319e734a0a" /><Relationship Type="http://schemas.openxmlformats.org/officeDocument/2006/relationships/notesMaster" Target="/ppt/notesMasters/notesMaster1.xml" Id="Rdf9f6f5a2faa47d0" /><Relationship Type="http://schemas.openxmlformats.org/officeDocument/2006/relationships/presProps" Target="/ppt/presProps.xml" Id="R7e5dcd37a2a94b45" /><Relationship Type="http://schemas.openxmlformats.org/officeDocument/2006/relationships/tableStyles" Target="/ppt/tableStyles.xml" Id="R903274e28f0e468a" /><Relationship Type="http://schemas.openxmlformats.org/officeDocument/2006/relationships/slide" Target="/ppt/slides/slide1.xml" Id="R764a1ec62ff14500" /><Relationship Type="http://schemas.openxmlformats.org/officeDocument/2006/relationships/slide" Target="/ppt/slides/slide2.xml" Id="Re278f36c88904311" /><Relationship Type="http://schemas.openxmlformats.org/officeDocument/2006/relationships/slide" Target="/ppt/slides/slide3.xml" Id="R784325c33d064bcb" /><Relationship Type="http://schemas.openxmlformats.org/officeDocument/2006/relationships/slide" Target="/ppt/slides/slide4.xml" Id="R9294e87776494f4d" /><Relationship Type="http://schemas.openxmlformats.org/officeDocument/2006/relationships/slide" Target="/ppt/slides/slide5.xml" Id="Rd98ccdc8fdc548df" /><Relationship Type="http://schemas.openxmlformats.org/officeDocument/2006/relationships/slide" Target="/ppt/slides/slide6.xml" Id="R826fe65385bf4698" /><Relationship Type="http://schemas.openxmlformats.org/officeDocument/2006/relationships/slide" Target="/ppt/slides/slide7.xml" Id="R872d04333dcf4d08" /><Relationship Type="http://schemas.openxmlformats.org/officeDocument/2006/relationships/slide" Target="/ppt/slides/slide8.xml" Id="Ra4fbc7e5010b47ec" /><Relationship Type="http://schemas.openxmlformats.org/officeDocument/2006/relationships/slide" Target="/ppt/slides/slide9.xml" Id="R3fffb3f4746b461b" /><Relationship Type="http://schemas.openxmlformats.org/officeDocument/2006/relationships/slide" Target="/ppt/slides/slide10.xml" Id="R1b2ae3958ef7423f" /><Relationship Type="http://schemas.openxmlformats.org/officeDocument/2006/relationships/slide" Target="/ppt/slides/slide11.xml" Id="R14e0893d61154109" /><Relationship Type="http://schemas.openxmlformats.org/officeDocument/2006/relationships/slide" Target="/ppt/slides/slide12.xml" Id="R04f499613c0a4398" /><Relationship Type="http://schemas.openxmlformats.org/officeDocument/2006/relationships/slide" Target="/ppt/slides/slide13.xml" Id="R1dd32b1a3d894f0d" /><Relationship Type="http://schemas.openxmlformats.org/officeDocument/2006/relationships/slide" Target="/ppt/slides/slide14.xml" Id="Ra17720a291204fdf" /><Relationship Type="http://schemas.openxmlformats.org/officeDocument/2006/relationships/slide" Target="/ppt/slides/slide15.xml" Id="R15d5fe36dc094e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587412e3a549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512157c1f14577" /><Relationship Type="http://schemas.openxmlformats.org/officeDocument/2006/relationships/notesMaster" Target="/ppt/notesMasters/notesMaster1.xml" Id="R2b0286fecbb24c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4b1df3234f4fb1" /><Relationship Type="http://schemas.openxmlformats.org/officeDocument/2006/relationships/notesMaster" Target="/ppt/notesMasters/notesMaster1.xml" Id="R84daf42a20e24a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b2eab690564038" /><Relationship Type="http://schemas.openxmlformats.org/officeDocument/2006/relationships/notesMaster" Target="/ppt/notesMasters/notesMaster1.xml" Id="R9444be44dc3e4b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a0a406015e4cc0" /><Relationship Type="http://schemas.openxmlformats.org/officeDocument/2006/relationships/notesMaster" Target="/ppt/notesMasters/notesMaster1.xml" Id="R7599a995743143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4c6c4d9e68425f" /><Relationship Type="http://schemas.openxmlformats.org/officeDocument/2006/relationships/notesMaster" Target="/ppt/notesMasters/notesMaster1.xml" Id="R37313116cae547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4ac0bde5174a6e" /><Relationship Type="http://schemas.openxmlformats.org/officeDocument/2006/relationships/notesMaster" Target="/ppt/notesMasters/notesMaster1.xml" Id="R0a30303e42b843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520c05514140f2" /><Relationship Type="http://schemas.openxmlformats.org/officeDocument/2006/relationships/notesMaster" Target="/ppt/notesMasters/notesMaster1.xml" Id="Ra1d41acb0a5f4f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02710747df433a" /><Relationship Type="http://schemas.openxmlformats.org/officeDocument/2006/relationships/notesMaster" Target="/ppt/notesMasters/notesMaster1.xml" Id="R5ab4a8a393b54c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0853cc403c422f" /><Relationship Type="http://schemas.openxmlformats.org/officeDocument/2006/relationships/notesMaster" Target="/ppt/notesMasters/notesMaster1.xml" Id="Rc1ba1eb1586c4b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fe8b0acffb42ac" /><Relationship Type="http://schemas.openxmlformats.org/officeDocument/2006/relationships/notesMaster" Target="/ppt/notesMasters/notesMaster1.xml" Id="Rbd04d9ebd5384b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8e6007b6dd4f08" /><Relationship Type="http://schemas.openxmlformats.org/officeDocument/2006/relationships/notesMaster" Target="/ppt/notesMasters/notesMaster1.xml" Id="Rab4e8c8582a04c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bc989b442f4fc6" /><Relationship Type="http://schemas.openxmlformats.org/officeDocument/2006/relationships/notesMaster" Target="/ppt/notesMasters/notesMaster1.xml" Id="R0e123e5e27df48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d9c485345743ee" /><Relationship Type="http://schemas.openxmlformats.org/officeDocument/2006/relationships/notesMaster" Target="/ppt/notesMasters/notesMaster1.xml" Id="R5a1c5b8ce5d948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fc4dfc3c6a4088" /><Relationship Type="http://schemas.openxmlformats.org/officeDocument/2006/relationships/notesMaster" Target="/ppt/notesMasters/notesMaster1.xml" Id="R51ba4491f10d493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21cc14d64b4f91" /><Relationship Type="http://schemas.openxmlformats.org/officeDocument/2006/relationships/notesMaster" Target="/ppt/notesMasters/notesMaster1.xml" Id="R3e39272ce32749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Chào thầy và các bạn. Hôm nay nhóm mình trình bày database testing qua DbUnit, Database Rider và Tonic.ai trên EShop. Nhóm cũng làm rõ khác biệt relational và NoSQL, cùng khả năng tái sử dụng code khi chuyển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thao tác thành công trên UI chưa chứng minh dữ liệu đúng. Checkout có thể hiện success nhưng order bị ghi sai user, tổng tiền hoặc trạng thái. Database testing kiểm tra trạng thái đã lưu thật sự.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Cả hai mô hình đều dùng arrange, act, assert, cleanup. Nhưng relational tập trung schema và constraint; NoSQL tập trung document, consistency và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Relational database thường enforce schema rõ. Ta kiểm tra PK, FK, unique, not null, transaction, join, migration và index. EShop SQLite thuộc nhóm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NoSQL là nhiều mô hình. Với document database, test field, nested object, array, reference, aggregation, schema evolution. Eventual consistency cần bounded retry và timeout rõ ràng.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DbUnit và Rider dùng JDBC, nên phù hợp relational. Tonic hỗ trợ relational và một số NoSQL như MongoDB, DynamoDB. Nhưng Tonic tạo dữ liệu, không phải assertion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DbUnit load XML dataset, CLEAN_INSERT rồi assert. Giá trị chính là mỗi test bắt đầu từ trạng thái biết trước.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Database Rider dùng DbUnit bên dưới nhưng annotation và YAML giúp test ngắn và dễ duy trì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Tonic mask name, email, password, address, phone. ID và foreign key nên giữ ổn định. Đây là test-data management, không phải test assertion.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Cả hai mô hình đều dùng arrange, act, assert, cleanup. Nhưng relational tập trung schema và constraint; NoSQL tập trung document, consistency và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Tonic mask name, email, password, address, phone. ID và foreign key nên giữ ổn định. Đây là test-data management, không phải test assertion.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thừa nhận PoC còn hard-code: JDBC URL, HSQLDB, DDL, table, dataset path, query và expected count. Nó chứng minh workflow chứ chưa chứng minh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Ước lượng code hiện tại reuse 30-40% cho Java relational project. Sau refactor configuration và support layer, harness có thể 70-80%. Đây là estimate, không phải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Tách connection factory, schema.sql, dataset và base support. Khi đổi relational project chỉ thay config, schema, data và assertion. NoSQL cần native driver nhưng giữ test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DbUnit kiểm soát state, Rider giảm ceremony, Tonic tạo safe data. Relational và NoSQL cùng mục tiêu nhưng khác risks. Nhóm reuse harness, không giả vờ business rules là generic. Chuyển sang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482a68862e40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7d0f4d3ad24381" /><Relationship Type="http://schemas.openxmlformats.org/officeDocument/2006/relationships/slideLayout" Target="/ppt/slideLayouts/slideLayout1.xml" Id="Re3bf0aaf8bc449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bf0aaf8bc449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429599ab7c4047" /><Relationship Type="http://schemas.openxmlformats.org/officeDocument/2006/relationships/image" Target="/ppt/media/image.png" Id="R75cc990dd5f34969" /><Relationship Type="http://schemas.openxmlformats.org/officeDocument/2006/relationships/notesSlide" Target="/ppt/notesSlides/notesSlide1.xml" Id="R0cd5fd39fe8d4a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46a0f086874d5e" /><Relationship Type="http://schemas.openxmlformats.org/officeDocument/2006/relationships/notesSlide" Target="/ppt/notesSlides/notesSlide2.xml" Id="R9cec06eeb4b043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6e1844e45042e4" /><Relationship Type="http://schemas.openxmlformats.org/officeDocument/2006/relationships/notesSlide" Target="/ppt/notesSlides/notesSlide3.xml" Id="R183935c352ca44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34fa68c2c54a7a" /><Relationship Type="http://schemas.openxmlformats.org/officeDocument/2006/relationships/notesSlide" Target="/ppt/notesSlides/notesSlide4.xml" Id="R91ebe917808946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6ec3af70ad4cd0" /><Relationship Type="http://schemas.openxmlformats.org/officeDocument/2006/relationships/notesSlide" Target="/ppt/notesSlides/notesSlide5.xml" Id="R4a438ba12a2f44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567df3317e4f87" /><Relationship Type="http://schemas.openxmlformats.org/officeDocument/2006/relationships/notesSlide" Target="/ppt/notesSlides/notesSlide6.xml" Id="R4287db21470949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276dbd28a34adf" /><Relationship Type="http://schemas.openxmlformats.org/officeDocument/2006/relationships/image" Target="/ppt/media/image2.png" Id="Reaa64d6b904e405e" /><Relationship Type="http://schemas.openxmlformats.org/officeDocument/2006/relationships/notesSlide" Target="/ppt/notesSlides/notesSlide7.xml" Id="R4d9a9723ad6e4d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af6cb3a9794c11" /><Relationship Type="http://schemas.openxmlformats.org/officeDocument/2006/relationships/image" Target="/ppt/media/image3.png" Id="R56f2e688d8e34e5f" /><Relationship Type="http://schemas.openxmlformats.org/officeDocument/2006/relationships/notesSlide" Target="/ppt/notesSlides/notesSlide8.xml" Id="R75447b24a18a49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0c5fe214e34771" /><Relationship Type="http://schemas.openxmlformats.org/officeDocument/2006/relationships/image" Target="/ppt/media/image4.png" Id="R55814a69a8d94c2c" /><Relationship Type="http://schemas.openxmlformats.org/officeDocument/2006/relationships/notesSlide" Target="/ppt/notesSlides/notesSlide9.xml" Id="R2f3c054ce6674a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287880aea0493e" /><Relationship Type="http://schemas.openxmlformats.org/officeDocument/2006/relationships/notesSlide" Target="/ppt/notesSlides/notesSlide10.xml" Id="Re00d1999d1e140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2e85fc2e754b9f" /><Relationship Type="http://schemas.openxmlformats.org/officeDocument/2006/relationships/image" Target="/ppt/media/image4.png" Id="R31a6f73225f3439d" /><Relationship Type="http://schemas.openxmlformats.org/officeDocument/2006/relationships/notesSlide" Target="/ppt/notesSlides/notesSlide11.xml" Id="R65a351a4923a44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a1f5a4450e44de" /><Relationship Type="http://schemas.openxmlformats.org/officeDocument/2006/relationships/notesSlide" Target="/ppt/notesSlides/notesSlide12.xml" Id="R52240d90f4f84f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90f1ddacda4f2b" /><Relationship Type="http://schemas.openxmlformats.org/officeDocument/2006/relationships/notesSlide" Target="/ppt/notesSlides/notesSlide13.xml" Id="R3fcee7bbbdaa45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42e68533e04704" /><Relationship Type="http://schemas.openxmlformats.org/officeDocument/2006/relationships/notesSlide" Target="/ppt/notesSlides/notesSlide14.xml" Id="Rd7e0105f7f584e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69a762ec034fe6" /><Relationship Type="http://schemas.openxmlformats.org/officeDocument/2006/relationships/notesSlide" Target="/ppt/notesSlides/notesSlide15.xml" Id="Raa93ead5284f43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84153C-22E0-4E1C-8416-EBBE9C0B95E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55C644-6622-496F-A7FC-A98AC223C335}"/>
              </a:ext>
            </a:extLst>
          </p:cNvPr>
          <p:cNvSpPr>
            <a:spLocks xmlns:a="http://schemas.openxmlformats.org/drawingml/2006/main" noGrp="1"/>
          </p:cNvSpPr>
          <p:nvPr/>
        </p:nvSpPr>
        <p:spPr>
          <a:xfrm xmlns:a="http://schemas.openxmlformats.org/drawingml/2006/main">
            <a:off x="685800" y="16192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0F8B8D"/>
                </a:solidFill>
              </a:defRPr>
            </a:pPr>
            <a:r>
              <a:rPr sz="1275" b="1">
                <a:solidFill>
                  <a:srgbClr val="0F8B8D"/>
                </a:solidFill>
              </a:rPr>
              <a:t>SEMINAR KIỂM THỬ PHẦN MỀM</a:t>
            </a:r>
          </a:p>
        </p:txBody>
      </p:sp>
      <p:sp>
        <p:nvSpPr>
          <p:cNvPr id="3" name="">
            <a:extLst xmlns:a="http://schemas.openxmlformats.org/drawingml/2006/main">
              <a:ext uri="{FF2B5EF4-FFF2-40B4-BE49-F238E27FC236}">
                <a16:creationId xmlns:a16="http://schemas.microsoft.com/office/drawing/2014/main" id="{5B8B074F-E560-4EBB-9C8E-4EFEB8A8673A}"/>
              </a:ext>
            </a:extLst>
          </p:cNvPr>
          <p:cNvSpPr>
            <a:spLocks xmlns:a="http://schemas.openxmlformats.org/drawingml/2006/main" noGrp="1"/>
          </p:cNvSpPr>
          <p:nvPr/>
        </p:nvSpPr>
        <p:spPr>
          <a:xfrm xmlns:a="http://schemas.openxmlformats.org/drawingml/2006/main">
            <a:off x="685800" y="203835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5100" b="1">
                <a:solidFill>
                  <a:srgbClr val="123B67"/>
                </a:solidFill>
              </a:defRPr>
            </a:pPr>
            <a:r>
              <a:rPr sz="5100" b="1">
                <a:solidFill>
                  <a:srgbClr val="123B67"/>
                </a:solidFill>
              </a:rPr>
              <a:t>Kiểm thử CSDL</a:t>
            </a:r>
          </a:p>
          <a:p xmlns:a="http://schemas.openxmlformats.org/drawingml/2006/main">
            <a:pPr algn="l">
              <a:buNone/>
              <a:defRPr sz="5100" b="1">
                <a:solidFill>
                  <a:srgbClr val="123B67"/>
                </a:solidFill>
              </a:defRPr>
            </a:pPr>
            <a:r>
              <a:rPr sz="5100" b="1">
                <a:solidFill>
                  <a:srgbClr val="123B67"/>
                </a:solidFill>
              </a:rPr>
              <a:t>cho EShop</a:t>
            </a:r>
          </a:p>
        </p:txBody>
      </p:sp>
      <p:sp>
        <p:nvSpPr>
          <p:cNvPr id="4" name="">
            <a:extLst xmlns:a="http://schemas.openxmlformats.org/drawingml/2006/main">
              <a:ext uri="{FF2B5EF4-FFF2-40B4-BE49-F238E27FC236}">
                <a16:creationId xmlns:a16="http://schemas.microsoft.com/office/drawing/2014/main" id="{F1D41BE3-9558-493F-93C1-80AB81D87D4B}"/>
              </a:ext>
            </a:extLst>
          </p:cNvPr>
          <p:cNvSpPr>
            <a:spLocks xmlns:a="http://schemas.openxmlformats.org/drawingml/2006/main" noGrp="1"/>
          </p:cNvSpPr>
          <p:nvPr/>
        </p:nvSpPr>
        <p:spPr>
          <a:xfrm xmlns:a="http://schemas.openxmlformats.org/drawingml/2006/main">
            <a:off x="685800" y="3581400"/>
            <a:ext cx="714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0">
                <a:solidFill>
                  <a:srgbClr val="526579"/>
                </a:solidFill>
              </a:defRPr>
            </a:pPr>
            <a:r>
              <a:rPr sz="1950" b="0">
                <a:solidFill>
                  <a:srgbClr val="526579"/>
                </a:solidFill>
              </a:rPr>
              <a:t>Trạng thái dữ liệu ổn định, kiểm tra dễ bảo trì và dữ liệu test an toàn cho cơ sở dữ liệu quan hệ và NoSQL.</a:t>
            </a:r>
          </a:p>
        </p:txBody>
      </p:sp>
      <p:sp>
        <p:nvSpPr>
          <p:cNvPr id="5" name="">
            <a:extLst xmlns:a="http://schemas.openxmlformats.org/drawingml/2006/main">
              <a:ext uri="{FF2B5EF4-FFF2-40B4-BE49-F238E27FC236}">
                <a16:creationId xmlns:a16="http://schemas.microsoft.com/office/drawing/2014/main" id="{0DFE96B1-A0A8-4F52-86B0-5E199F593B09}"/>
              </a:ext>
            </a:extLst>
          </p:cNvPr>
          <p:cNvSpPr>
            <a:spLocks xmlns:a="http://schemas.openxmlformats.org/drawingml/2006/main" noGrp="1"/>
          </p:cNvSpPr>
          <p:nvPr/>
        </p:nvSpPr>
        <p:spPr>
          <a:xfrm xmlns:a="http://schemas.openxmlformats.org/drawingml/2006/main">
            <a:off x="685800" y="468630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26579"/>
                </a:solidFill>
              </a:defRPr>
            </a:pPr>
            <a:r>
              <a:rPr sz="1350" b="0">
                <a:solidFill>
                  <a:srgbClr val="526579"/>
                </a:solidFill>
              </a:rPr>
              <a:t>23127081 - Nguyễn Phan Hùng Linh</a:t>
            </a:r>
          </a:p>
          <a:p xmlns:a="http://schemas.openxmlformats.org/drawingml/2006/main">
            <a:pPr algn="l">
              <a:buNone/>
              <a:defRPr sz="1350" b="0">
                <a:solidFill>
                  <a:srgbClr val="526579"/>
                </a:solidFill>
              </a:defRPr>
            </a:pPr>
            <a:r>
              <a:rPr sz="1350" b="0">
                <a:solidFill>
                  <a:srgbClr val="526579"/>
                </a:solidFill>
              </a:rPr>
              <a:t>23127172 - Nguyễn Chí Đức</a:t>
            </a:r>
          </a:p>
          <a:p xmlns:a="http://schemas.openxmlformats.org/drawingml/2006/main">
            <a:pPr algn="l">
              <a:buNone/>
              <a:defRPr sz="1350" b="0">
                <a:solidFill>
                  <a:srgbClr val="526579"/>
                </a:solidFill>
              </a:defRPr>
            </a:pPr>
            <a:r>
              <a:rPr sz="1350" b="0">
                <a:solidFill>
                  <a:srgbClr val="526579"/>
                </a:solidFill>
              </a:rPr>
              <a:t>23127487 - Thôi Đặng Trường Thọ</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5cc990dd5f34969"/>
          <a:stretch xmlns:a="http://schemas.openxmlformats.org/drawingml/2006/main"/>
        </p:blipFill>
        <p:spPr>
          <a:xfrm xmlns:a="http://schemas.openxmlformats.org/drawingml/2006/main">
            <a:off x="8477250" y="2095500"/>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3ECE4E8-539E-4ACA-A6EF-852D9C75867C}"/>
              </a:ext>
            </a:extLst>
          </p:cNvPr>
          <p:cNvSpPr>
            <a:spLocks xmlns:a="http://schemas.openxmlformats.org/drawingml/2006/main" noGrp="1"/>
          </p:cNvSpPr>
          <p:nvPr/>
        </p:nvSpPr>
        <p:spPr>
          <a:xfrm xmlns:a="http://schemas.openxmlformats.org/drawingml/2006/main">
            <a:off x="685800" y="6477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ĐHQG-HCM - KHTN</a:t>
            </a:r>
          </a:p>
        </p:txBody>
      </p:sp>
      <p:sp>
        <p:nvSpPr>
          <p:cNvPr id="8" name="">
            <a:extLst xmlns:a="http://schemas.openxmlformats.org/drawingml/2006/main">
              <a:ext uri="{FF2B5EF4-FFF2-40B4-BE49-F238E27FC236}">
                <a16:creationId xmlns:a16="http://schemas.microsoft.com/office/drawing/2014/main" id="{7211B0E2-DB9E-45ED-ACC2-7B88057905F8}"/>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 / 15</a:t>
            </a:r>
          </a:p>
        </p:txBody>
      </p:sp>
      <p:sp>
        <p:nvSpPr>
          <p:cNvPr id="9" name="">
            <a:extLst xmlns:a="http://schemas.openxmlformats.org/drawingml/2006/main">
              <a:ext uri="{FF2B5EF4-FFF2-40B4-BE49-F238E27FC236}">
                <a16:creationId xmlns:a16="http://schemas.microsoft.com/office/drawing/2014/main" id="{3192AAE9-323E-4CE4-B1B1-EB1282CBECE9}"/>
              </a:ext>
            </a:extLst>
          </p:cNvPr>
          <p:cNvSpPr>
            <a:spLocks xmlns:a="http://schemas.openxmlformats.org/drawingml/2006/main" noGrp="1"/>
          </p:cNvSpPr>
          <p:nvPr/>
        </p:nvSpPr>
        <p:spPr>
          <a:xfrm xmlns:a="http://schemas.openxmlformats.org/drawingml/2006/main">
            <a:off x="0" y="6810375"/>
            <a:ext cx="9334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Tree>
    <p:extLst>
      <p:ext uri="{BB962C8B-B14F-4D97-AF65-F5344CB8AC3E}">
        <p14:creationId xmlns:p14="http://schemas.microsoft.com/office/powerpoint/2010/main" val="888573123"/>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EB5DDA-3316-4A25-B947-3D87F1475A5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785EF5-C901-4718-A328-A3B55C03CFA5}"/>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VÌ SAO CẦN KIỂM THỬ</a:t>
            </a:r>
          </a:p>
        </p:txBody>
      </p:sp>
      <p:sp>
        <p:nvSpPr>
          <p:cNvPr id="3" name="">
            <a:extLst xmlns:a="http://schemas.openxmlformats.org/drawingml/2006/main">
              <a:ext uri="{FF2B5EF4-FFF2-40B4-BE49-F238E27FC236}">
                <a16:creationId xmlns:a16="http://schemas.microsoft.com/office/drawing/2014/main" id="{3D19D395-478B-4959-A44A-DF214DA76E39}"/>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Lỗi dữ liệu vẫn có thể tồn tại khi giao diện báo thành công</a:t>
            </a:r>
          </a:p>
        </p:txBody>
      </p:sp>
      <p:sp>
        <p:nvSpPr>
          <p:cNvPr id="4" name="">
            <a:extLst xmlns:a="http://schemas.openxmlformats.org/drawingml/2006/main">
              <a:ext uri="{FF2B5EF4-FFF2-40B4-BE49-F238E27FC236}">
                <a16:creationId xmlns:a16="http://schemas.microsoft.com/office/drawing/2014/main" id="{70854922-C587-4776-A6B7-9537CA669FF0}"/>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Vấn đề</a:t>
            </a:r>
          </a:p>
        </p:txBody>
      </p:sp>
      <p:sp>
        <p:nvSpPr>
          <p:cNvPr id="5" name="">
            <a:extLst xmlns:a="http://schemas.openxmlformats.org/drawingml/2006/main">
              <a:ext uri="{FF2B5EF4-FFF2-40B4-BE49-F238E27FC236}">
                <a16:creationId xmlns:a16="http://schemas.microsoft.com/office/drawing/2014/main" id="{3D0A1872-098C-43BD-83B7-73466311FC3A}"/>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2 / 15</a:t>
            </a:r>
          </a:p>
        </p:txBody>
      </p:sp>
      <p:sp>
        <p:nvSpPr>
          <p:cNvPr id="6" name="">
            <a:extLst xmlns:a="http://schemas.openxmlformats.org/drawingml/2006/main">
              <a:ext uri="{FF2B5EF4-FFF2-40B4-BE49-F238E27FC236}">
                <a16:creationId xmlns:a16="http://schemas.microsoft.com/office/drawing/2014/main" id="{7EC38970-3552-4389-ADCE-B9499225B3E5}"/>
              </a:ext>
            </a:extLst>
          </p:cNvPr>
          <p:cNvSpPr>
            <a:spLocks xmlns:a="http://schemas.openxmlformats.org/drawingml/2006/main" noGrp="1"/>
          </p:cNvSpPr>
          <p:nvPr/>
        </p:nvSpPr>
        <p:spPr>
          <a:xfrm xmlns:a="http://schemas.openxmlformats.org/drawingml/2006/main">
            <a:off x="0" y="6810375"/>
            <a:ext cx="187642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84C908-EB1B-42AB-923A-13EE8C76ABA8}"/>
              </a:ext>
            </a:extLst>
          </p:cNvPr>
          <p:cNvSpPr>
            <a:spLocks xmlns:a="http://schemas.openxmlformats.org/drawingml/2006/main" noGrp="1"/>
          </p:cNvSpPr>
          <p:nvPr/>
        </p:nvSpPr>
        <p:spPr>
          <a:xfrm xmlns:a="http://schemas.openxmlformats.org/drawingml/2006/main">
            <a:off x="685800" y="1952625"/>
            <a:ext cx="3333750" cy="20478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E01C15B9-C6B2-4CEF-9711-57B82AAB2291}"/>
              </a:ext>
            </a:extLst>
          </p:cNvPr>
          <p:cNvSpPr>
            <a:spLocks xmlns:a="http://schemas.openxmlformats.org/drawingml/2006/main" noGrp="1"/>
          </p:cNvSpPr>
          <p:nvPr/>
        </p:nvSpPr>
        <p:spPr>
          <a:xfrm xmlns:a="http://schemas.openxmlformats.org/drawingml/2006/main">
            <a:off x="685800" y="1952625"/>
            <a:ext cx="333375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C7B173-1A7C-4CE8-8AC5-0FEE3A0193C4}"/>
              </a:ext>
            </a:extLst>
          </p:cNvPr>
          <p:cNvSpPr>
            <a:spLocks xmlns:a="http://schemas.openxmlformats.org/drawingml/2006/main" noGrp="1"/>
          </p:cNvSpPr>
          <p:nvPr/>
        </p:nvSpPr>
        <p:spPr>
          <a:xfrm xmlns:a="http://schemas.openxmlformats.org/drawingml/2006/main">
            <a:off x="857250" y="21431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UI - Kết quả nhìn thấy</a:t>
            </a:r>
          </a:p>
        </p:txBody>
      </p:sp>
      <p:sp>
        <p:nvSpPr>
          <p:cNvPr id="10" name="">
            <a:extLst xmlns:a="http://schemas.openxmlformats.org/drawingml/2006/main">
              <a:ext uri="{FF2B5EF4-FFF2-40B4-BE49-F238E27FC236}">
                <a16:creationId xmlns:a16="http://schemas.microsoft.com/office/drawing/2014/main" id="{6C215BEC-8033-4CAD-9BE4-5F0BD41753A0}"/>
              </a:ext>
            </a:extLst>
          </p:cNvPr>
          <p:cNvSpPr>
            <a:spLocks xmlns:a="http://schemas.openxmlformats.org/drawingml/2006/main" noGrp="1"/>
          </p:cNvSpPr>
          <p:nvPr/>
        </p:nvSpPr>
        <p:spPr>
          <a:xfrm xmlns:a="http://schemas.openxmlformats.org/drawingml/2006/main">
            <a:off x="857250" y="2562225"/>
            <a:ext cx="29908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Màn hình báo thành công nhưng không chứng minh mọi dữ liệu được lưu đều chính xác.</a:t>
            </a:r>
          </a:p>
        </p:txBody>
      </p:sp>
      <p:sp>
        <p:nvSpPr>
          <p:cNvPr id="11" name="">
            <a:extLst xmlns:a="http://schemas.openxmlformats.org/drawingml/2006/main">
              <a:ext uri="{FF2B5EF4-FFF2-40B4-BE49-F238E27FC236}">
                <a16:creationId xmlns:a16="http://schemas.microsoft.com/office/drawing/2014/main" id="{434010A3-CC20-41F7-BAA3-6C39AF9284C1}"/>
              </a:ext>
            </a:extLst>
          </p:cNvPr>
          <p:cNvSpPr>
            <a:spLocks xmlns:a="http://schemas.openxmlformats.org/drawingml/2006/main" noGrp="1"/>
          </p:cNvSpPr>
          <p:nvPr/>
        </p:nvSpPr>
        <p:spPr>
          <a:xfrm xmlns:a="http://schemas.openxmlformats.org/drawingml/2006/main">
            <a:off x="4429125" y="1952625"/>
            <a:ext cx="3333750" cy="20478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6409B6EF-1627-4DF2-9142-67CFE12490E3}"/>
              </a:ext>
            </a:extLst>
          </p:cNvPr>
          <p:cNvSpPr>
            <a:spLocks xmlns:a="http://schemas.openxmlformats.org/drawingml/2006/main" noGrp="1"/>
          </p:cNvSpPr>
          <p:nvPr/>
        </p:nvSpPr>
        <p:spPr>
          <a:xfrm xmlns:a="http://schemas.openxmlformats.org/drawingml/2006/main">
            <a:off x="4429125" y="1952625"/>
            <a:ext cx="33337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A68DD2-B7E2-45E5-BA37-AF0E04334501}"/>
              </a:ext>
            </a:extLst>
          </p:cNvPr>
          <p:cNvSpPr>
            <a:spLocks xmlns:a="http://schemas.openxmlformats.org/drawingml/2006/main" noGrp="1"/>
          </p:cNvSpPr>
          <p:nvPr/>
        </p:nvSpPr>
        <p:spPr>
          <a:xfrm xmlns:a="http://schemas.openxmlformats.org/drawingml/2006/main">
            <a:off x="4600575" y="21431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DB - Sự thật đã lưu</a:t>
            </a:r>
          </a:p>
        </p:txBody>
      </p:sp>
      <p:sp>
        <p:nvSpPr>
          <p:cNvPr id="14" name="">
            <a:extLst xmlns:a="http://schemas.openxmlformats.org/drawingml/2006/main">
              <a:ext uri="{FF2B5EF4-FFF2-40B4-BE49-F238E27FC236}">
                <a16:creationId xmlns:a16="http://schemas.microsoft.com/office/drawing/2014/main" id="{A8E1E0BF-0B22-420F-9BD1-B8BA9B0385B9}"/>
              </a:ext>
            </a:extLst>
          </p:cNvPr>
          <p:cNvSpPr>
            <a:spLocks xmlns:a="http://schemas.openxmlformats.org/drawingml/2006/main" noGrp="1"/>
          </p:cNvSpPr>
          <p:nvPr/>
        </p:nvSpPr>
        <p:spPr>
          <a:xfrm xmlns:a="http://schemas.openxmlformats.org/drawingml/2006/main">
            <a:off x="4600575" y="2562225"/>
            <a:ext cx="29908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Hàng, document, quan hệ, tổng tiền và trạng thái cho biết kết quả thực tế.</a:t>
            </a:r>
          </a:p>
        </p:txBody>
      </p:sp>
      <p:sp>
        <p:nvSpPr>
          <p:cNvPr id="15" name="">
            <a:extLst xmlns:a="http://schemas.openxmlformats.org/drawingml/2006/main">
              <a:ext uri="{FF2B5EF4-FFF2-40B4-BE49-F238E27FC236}">
                <a16:creationId xmlns:a16="http://schemas.microsoft.com/office/drawing/2014/main" id="{C4299C14-50CB-46A6-9407-03522620A151}"/>
              </a:ext>
            </a:extLst>
          </p:cNvPr>
          <p:cNvSpPr>
            <a:spLocks xmlns:a="http://schemas.openxmlformats.org/drawingml/2006/main" noGrp="1"/>
          </p:cNvSpPr>
          <p:nvPr/>
        </p:nvSpPr>
        <p:spPr>
          <a:xfrm xmlns:a="http://schemas.openxmlformats.org/drawingml/2006/main">
            <a:off x="8172450" y="1952625"/>
            <a:ext cx="3333750" cy="20478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802039AC-ABC1-4F58-87FF-B75E6B975D9F}"/>
              </a:ext>
            </a:extLst>
          </p:cNvPr>
          <p:cNvSpPr>
            <a:spLocks xmlns:a="http://schemas.openxmlformats.org/drawingml/2006/main" noGrp="1"/>
          </p:cNvSpPr>
          <p:nvPr/>
        </p:nvSpPr>
        <p:spPr>
          <a:xfrm xmlns:a="http://schemas.openxmlformats.org/drawingml/2006/main">
            <a:off x="8172450" y="1952625"/>
            <a:ext cx="3333750" cy="47625"/>
          </a:xfrm>
          <a:prstGeom xmlns:a="http://schemas.openxmlformats.org/drawingml/2006/main" prst="rect">
            <a:avLst/>
          </a:prstGeom>
          <a:solidFill xmlns:a="http://schemas.openxmlformats.org/drawingml/2006/main">
            <a:srgbClr val="E9B9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EB5DAD-24EA-4DCE-8F1B-654C1CC0F62D}"/>
              </a:ext>
            </a:extLst>
          </p:cNvPr>
          <p:cNvSpPr>
            <a:spLocks xmlns:a="http://schemas.openxmlformats.org/drawingml/2006/main" noGrp="1"/>
          </p:cNvSpPr>
          <p:nvPr/>
        </p:nvSpPr>
        <p:spPr>
          <a:xfrm xmlns:a="http://schemas.openxmlformats.org/drawingml/2006/main">
            <a:off x="8343900" y="21431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Test - Khả năng lặp lại</a:t>
            </a:r>
          </a:p>
        </p:txBody>
      </p:sp>
      <p:sp>
        <p:nvSpPr>
          <p:cNvPr id="18" name="">
            <a:extLst xmlns:a="http://schemas.openxmlformats.org/drawingml/2006/main">
              <a:ext uri="{FF2B5EF4-FFF2-40B4-BE49-F238E27FC236}">
                <a16:creationId xmlns:a16="http://schemas.microsoft.com/office/drawing/2014/main" id="{27DCC4F7-35DB-4442-8E81-D17B84183183}"/>
              </a:ext>
            </a:extLst>
          </p:cNvPr>
          <p:cNvSpPr>
            <a:spLocks xmlns:a="http://schemas.openxmlformats.org/drawingml/2006/main" noGrp="1"/>
          </p:cNvSpPr>
          <p:nvPr/>
        </p:nvSpPr>
        <p:spPr>
          <a:xfrm xmlns:a="http://schemas.openxmlformats.org/drawingml/2006/main">
            <a:off x="8343900" y="2562225"/>
            <a:ext cx="29908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Trạng thái khởi đầu được kiểm soát giúp tái hiện lỗi và debug dễ hơn.</a:t>
            </a:r>
          </a:p>
        </p:txBody>
      </p:sp>
      <p:sp>
        <p:nvSpPr>
          <p:cNvPr id="19" name="">
            <a:extLst xmlns:a="http://schemas.openxmlformats.org/drawingml/2006/main">
              <a:ext uri="{FF2B5EF4-FFF2-40B4-BE49-F238E27FC236}">
                <a16:creationId xmlns:a16="http://schemas.microsoft.com/office/drawing/2014/main" id="{E02C2106-8FED-4359-B625-06D93606345A}"/>
              </a:ext>
            </a:extLst>
          </p:cNvPr>
          <p:cNvSpPr>
            <a:spLocks xmlns:a="http://schemas.openxmlformats.org/drawingml/2006/main" noGrp="1"/>
          </p:cNvSpPr>
          <p:nvPr/>
        </p:nvSpPr>
        <p:spPr>
          <a:xfrm xmlns:a="http://schemas.openxmlformats.org/drawingml/2006/main">
            <a:off x="685800" y="4524375"/>
            <a:ext cx="57150" cy="914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06D13B-A3AF-45CB-A10E-5BE3229EC199}"/>
              </a:ext>
            </a:extLst>
          </p:cNvPr>
          <p:cNvSpPr>
            <a:spLocks xmlns:a="http://schemas.openxmlformats.org/drawingml/2006/main" noGrp="1"/>
          </p:cNvSpPr>
          <p:nvPr/>
        </p:nvSpPr>
        <p:spPr>
          <a:xfrm xmlns:a="http://schemas.openxmlformats.org/drawingml/2006/main">
            <a:off x="952500" y="46291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0">
                <a:solidFill>
                  <a:srgbClr val="123B67"/>
                </a:solidFill>
              </a:defRPr>
            </a:pPr>
            <a:r>
              <a:rPr sz="2325" b="0">
                <a:solidFill>
                  <a:srgbClr val="123B67"/>
                </a:solidFill>
              </a:rPr>
              <a:t>Giao diện chạy thành công chỉ là bằng chứng. Assertion trên cơ sở dữ liệu mới là xác minh.</a:t>
            </a:r>
          </a:p>
        </p:txBody>
      </p:sp>
    </p:spTree>
    <p:extLst>
      <p:ext uri="{BB962C8B-B14F-4D97-AF65-F5344CB8AC3E}">
        <p14:creationId xmlns:p14="http://schemas.microsoft.com/office/powerpoint/2010/main" val="111501866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89837D8-FD69-403F-B1AB-44EDF1CDFA1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6D62C8-325A-485E-A7B5-3C4A5273E581}"/>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VÒNG ĐỜI CHUNG</a:t>
            </a:r>
          </a:p>
        </p:txBody>
      </p:sp>
      <p:sp>
        <p:nvSpPr>
          <p:cNvPr id="3" name="">
            <a:extLst xmlns:a="http://schemas.openxmlformats.org/drawingml/2006/main">
              <a:ext uri="{FF2B5EF4-FFF2-40B4-BE49-F238E27FC236}">
                <a16:creationId xmlns:a16="http://schemas.microsoft.com/office/drawing/2014/main" id="{59D2D97F-2634-4AD7-B6B6-F9208B204314}"/>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Cùng vòng đời kiểm thử, khác mô hình lỗi</a:t>
            </a:r>
          </a:p>
        </p:txBody>
      </p:sp>
      <p:sp>
        <p:nvSpPr>
          <p:cNvPr id="4" name="">
            <a:extLst xmlns:a="http://schemas.openxmlformats.org/drawingml/2006/main">
              <a:ext uri="{FF2B5EF4-FFF2-40B4-BE49-F238E27FC236}">
                <a16:creationId xmlns:a16="http://schemas.microsoft.com/office/drawing/2014/main" id="{DE161C61-9EF2-4361-B4D6-2FB00EB966A7}"/>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Quan hệ và NoSQL</a:t>
            </a:r>
          </a:p>
        </p:txBody>
      </p:sp>
      <p:sp>
        <p:nvSpPr>
          <p:cNvPr id="5" name="">
            <a:extLst xmlns:a="http://schemas.openxmlformats.org/drawingml/2006/main">
              <a:ext uri="{FF2B5EF4-FFF2-40B4-BE49-F238E27FC236}">
                <a16:creationId xmlns:a16="http://schemas.microsoft.com/office/drawing/2014/main" id="{7BABC8F6-224C-44A1-B196-5C8F8EC39E93}"/>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3 / 15</a:t>
            </a:r>
          </a:p>
        </p:txBody>
      </p:sp>
      <p:sp>
        <p:nvSpPr>
          <p:cNvPr id="6" name="">
            <a:extLst xmlns:a="http://schemas.openxmlformats.org/drawingml/2006/main">
              <a:ext uri="{FF2B5EF4-FFF2-40B4-BE49-F238E27FC236}">
                <a16:creationId xmlns:a16="http://schemas.microsoft.com/office/drawing/2014/main" id="{F162275A-7189-43B5-B86B-1D08AE0E3692}"/>
              </a:ext>
            </a:extLst>
          </p:cNvPr>
          <p:cNvSpPr>
            <a:spLocks xmlns:a="http://schemas.openxmlformats.org/drawingml/2006/main" noGrp="1"/>
          </p:cNvSpPr>
          <p:nvPr/>
        </p:nvSpPr>
        <p:spPr>
          <a:xfrm xmlns:a="http://schemas.openxmlformats.org/drawingml/2006/main">
            <a:off x="0" y="6810375"/>
            <a:ext cx="28098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A077EC-CB68-4283-92A0-CFFDD017B022}"/>
              </a:ext>
            </a:extLst>
          </p:cNvPr>
          <p:cNvSpPr>
            <a:spLocks xmlns:a="http://schemas.openxmlformats.org/drawingml/2006/main" noGrp="1"/>
          </p:cNvSpPr>
          <p:nvPr/>
        </p:nvSpPr>
        <p:spPr>
          <a:xfrm xmlns:a="http://schemas.openxmlformats.org/drawingml/2006/main">
            <a:off x="6858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20BA4357-1250-48F9-8A84-329F389DD331}"/>
              </a:ext>
            </a:extLst>
          </p:cNvPr>
          <p:cNvSpPr>
            <a:spLocks xmlns:a="http://schemas.openxmlformats.org/drawingml/2006/main" noGrp="1"/>
          </p:cNvSpPr>
          <p:nvPr/>
        </p:nvSpPr>
        <p:spPr>
          <a:xfrm xmlns:a="http://schemas.openxmlformats.org/drawingml/2006/main">
            <a:off x="6858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78F632-5E09-4941-95C6-043FC928C183}"/>
              </a:ext>
            </a:extLst>
          </p:cNvPr>
          <p:cNvSpPr>
            <a:spLocks xmlns:a="http://schemas.openxmlformats.org/drawingml/2006/main" noGrp="1"/>
          </p:cNvSpPr>
          <p:nvPr/>
        </p:nvSpPr>
        <p:spPr>
          <a:xfrm xmlns:a="http://schemas.openxmlformats.org/drawingml/2006/main">
            <a:off x="8572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Chuẩn bị</a:t>
            </a:r>
          </a:p>
        </p:txBody>
      </p:sp>
      <p:sp>
        <p:nvSpPr>
          <p:cNvPr id="10" name="">
            <a:extLst xmlns:a="http://schemas.openxmlformats.org/drawingml/2006/main">
              <a:ext uri="{FF2B5EF4-FFF2-40B4-BE49-F238E27FC236}">
                <a16:creationId xmlns:a16="http://schemas.microsoft.com/office/drawing/2014/main" id="{394B928E-85CB-44D7-BB1C-94ECDAC60533}"/>
              </a:ext>
            </a:extLst>
          </p:cNvPr>
          <p:cNvSpPr>
            <a:spLocks xmlns:a="http://schemas.openxmlformats.org/drawingml/2006/main" noGrp="1"/>
          </p:cNvSpPr>
          <p:nvPr/>
        </p:nvSpPr>
        <p:spPr>
          <a:xfrm xmlns:a="http://schemas.openxmlformats.org/drawingml/2006/main">
            <a:off x="8572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Tạo dữ liệu biết trước và cô lập</a:t>
            </a:r>
          </a:p>
        </p:txBody>
      </p:sp>
      <p:sp>
        <p:nvSpPr>
          <p:cNvPr id="11" name="">
            <a:extLst xmlns:a="http://schemas.openxmlformats.org/drawingml/2006/main">
              <a:ext uri="{FF2B5EF4-FFF2-40B4-BE49-F238E27FC236}">
                <a16:creationId xmlns:a16="http://schemas.microsoft.com/office/drawing/2014/main" id="{117F45CB-DD7D-4C98-99E9-B30FC39CABBD}"/>
              </a:ext>
            </a:extLst>
          </p:cNvPr>
          <p:cNvSpPr>
            <a:spLocks xmlns:a="http://schemas.openxmlformats.org/drawingml/2006/main" noGrp="1"/>
          </p:cNvSpPr>
          <p:nvPr/>
        </p:nvSpPr>
        <p:spPr>
          <a:xfrm xmlns:a="http://schemas.openxmlformats.org/drawingml/2006/main">
            <a:off x="33909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C61D1B10-BF9F-4E61-B28C-18135B84A4A9}"/>
              </a:ext>
            </a:extLst>
          </p:cNvPr>
          <p:cNvSpPr>
            <a:spLocks xmlns:a="http://schemas.openxmlformats.org/drawingml/2006/main" noGrp="1"/>
          </p:cNvSpPr>
          <p:nvPr/>
        </p:nvSpPr>
        <p:spPr>
          <a:xfrm xmlns:a="http://schemas.openxmlformats.org/drawingml/2006/main">
            <a:off x="33909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2DC014-3E27-4A92-9504-DCB9C0EFFA9D}"/>
              </a:ext>
            </a:extLst>
          </p:cNvPr>
          <p:cNvSpPr>
            <a:spLocks xmlns:a="http://schemas.openxmlformats.org/drawingml/2006/main" noGrp="1"/>
          </p:cNvSpPr>
          <p:nvPr/>
        </p:nvSpPr>
        <p:spPr>
          <a:xfrm xmlns:a="http://schemas.openxmlformats.org/drawingml/2006/main">
            <a:off x="35623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Thực thi</a:t>
            </a:r>
          </a:p>
        </p:txBody>
      </p:sp>
      <p:sp>
        <p:nvSpPr>
          <p:cNvPr id="14" name="">
            <a:extLst xmlns:a="http://schemas.openxmlformats.org/drawingml/2006/main">
              <a:ext uri="{FF2B5EF4-FFF2-40B4-BE49-F238E27FC236}">
                <a16:creationId xmlns:a16="http://schemas.microsoft.com/office/drawing/2014/main" id="{E97E9208-BC7C-4ABF-92E0-79AB13881175}"/>
              </a:ext>
            </a:extLst>
          </p:cNvPr>
          <p:cNvSpPr>
            <a:spLocks xmlns:a="http://schemas.openxmlformats.org/drawingml/2006/main" noGrp="1"/>
          </p:cNvSpPr>
          <p:nvPr/>
        </p:nvSpPr>
        <p:spPr>
          <a:xfrm xmlns:a="http://schemas.openxmlformats.org/drawingml/2006/main">
            <a:off x="35623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Chạy API, service hoặc truy vấn</a:t>
            </a:r>
          </a:p>
        </p:txBody>
      </p:sp>
      <p:sp>
        <p:nvSpPr>
          <p:cNvPr id="15" name="">
            <a:extLst xmlns:a="http://schemas.openxmlformats.org/drawingml/2006/main">
              <a:ext uri="{FF2B5EF4-FFF2-40B4-BE49-F238E27FC236}">
                <a16:creationId xmlns:a16="http://schemas.microsoft.com/office/drawing/2014/main" id="{FD298AE5-2C47-4641-BFAD-D3D6C28B420F}"/>
              </a:ext>
            </a:extLst>
          </p:cNvPr>
          <p:cNvSpPr>
            <a:spLocks xmlns:a="http://schemas.openxmlformats.org/drawingml/2006/main" noGrp="1"/>
          </p:cNvSpPr>
          <p:nvPr/>
        </p:nvSpPr>
        <p:spPr>
          <a:xfrm xmlns:a="http://schemas.openxmlformats.org/drawingml/2006/main">
            <a:off x="60960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729FE411-AA8E-45FC-9801-4AC943DD0D32}"/>
              </a:ext>
            </a:extLst>
          </p:cNvPr>
          <p:cNvSpPr>
            <a:spLocks xmlns:a="http://schemas.openxmlformats.org/drawingml/2006/main" noGrp="1"/>
          </p:cNvSpPr>
          <p:nvPr/>
        </p:nvSpPr>
        <p:spPr>
          <a:xfrm xmlns:a="http://schemas.openxmlformats.org/drawingml/2006/main">
            <a:off x="60960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A86EFC-FF96-4B51-A3E3-EA4D556D4E11}"/>
              </a:ext>
            </a:extLst>
          </p:cNvPr>
          <p:cNvSpPr>
            <a:spLocks xmlns:a="http://schemas.openxmlformats.org/drawingml/2006/main" noGrp="1"/>
          </p:cNvSpPr>
          <p:nvPr/>
        </p:nvSpPr>
        <p:spPr>
          <a:xfrm xmlns:a="http://schemas.openxmlformats.org/drawingml/2006/main">
            <a:off x="62674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Xác minh</a:t>
            </a:r>
          </a:p>
        </p:txBody>
      </p:sp>
      <p:sp>
        <p:nvSpPr>
          <p:cNvPr id="18" name="">
            <a:extLst xmlns:a="http://schemas.openxmlformats.org/drawingml/2006/main">
              <a:ext uri="{FF2B5EF4-FFF2-40B4-BE49-F238E27FC236}">
                <a16:creationId xmlns:a16="http://schemas.microsoft.com/office/drawing/2014/main" id="{FB908331-09D3-4582-A82F-AA3692B56CC2}"/>
              </a:ext>
            </a:extLst>
          </p:cNvPr>
          <p:cNvSpPr>
            <a:spLocks xmlns:a="http://schemas.openxmlformats.org/drawingml/2006/main" noGrp="1"/>
          </p:cNvSpPr>
          <p:nvPr/>
        </p:nvSpPr>
        <p:spPr>
          <a:xfrm xmlns:a="http://schemas.openxmlformats.org/drawingml/2006/main">
            <a:off x="62674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Kiểm tra trạng thái đã lưu</a:t>
            </a:r>
          </a:p>
        </p:txBody>
      </p:sp>
      <p:sp>
        <p:nvSpPr>
          <p:cNvPr id="19" name="">
            <a:extLst xmlns:a="http://schemas.openxmlformats.org/drawingml/2006/main">
              <a:ext uri="{FF2B5EF4-FFF2-40B4-BE49-F238E27FC236}">
                <a16:creationId xmlns:a16="http://schemas.microsoft.com/office/drawing/2014/main" id="{87845A49-9A9F-42B0-813E-EF9466FD0352}"/>
              </a:ext>
            </a:extLst>
          </p:cNvPr>
          <p:cNvSpPr>
            <a:spLocks xmlns:a="http://schemas.openxmlformats.org/drawingml/2006/main" noGrp="1"/>
          </p:cNvSpPr>
          <p:nvPr/>
        </p:nvSpPr>
        <p:spPr>
          <a:xfrm xmlns:a="http://schemas.openxmlformats.org/drawingml/2006/main">
            <a:off x="88011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224E3ACC-9889-4214-BE1D-78E93DB7E75A}"/>
              </a:ext>
            </a:extLst>
          </p:cNvPr>
          <p:cNvSpPr>
            <a:spLocks xmlns:a="http://schemas.openxmlformats.org/drawingml/2006/main" noGrp="1"/>
          </p:cNvSpPr>
          <p:nvPr/>
        </p:nvSpPr>
        <p:spPr>
          <a:xfrm xmlns:a="http://schemas.openxmlformats.org/drawingml/2006/main">
            <a:off x="88011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ACC7EF-C4CF-48F9-9966-9B23D791FC07}"/>
              </a:ext>
            </a:extLst>
          </p:cNvPr>
          <p:cNvSpPr>
            <a:spLocks xmlns:a="http://schemas.openxmlformats.org/drawingml/2006/main" noGrp="1"/>
          </p:cNvSpPr>
          <p:nvPr/>
        </p:nvSpPr>
        <p:spPr>
          <a:xfrm xmlns:a="http://schemas.openxmlformats.org/drawingml/2006/main">
            <a:off x="89725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Dọn dẹp</a:t>
            </a:r>
          </a:p>
        </p:txBody>
      </p:sp>
      <p:sp>
        <p:nvSpPr>
          <p:cNvPr id="22" name="">
            <a:extLst xmlns:a="http://schemas.openxmlformats.org/drawingml/2006/main">
              <a:ext uri="{FF2B5EF4-FFF2-40B4-BE49-F238E27FC236}">
                <a16:creationId xmlns:a16="http://schemas.microsoft.com/office/drawing/2014/main" id="{67623E5C-58C6-4848-907C-3E45271FA810}"/>
              </a:ext>
            </a:extLst>
          </p:cNvPr>
          <p:cNvSpPr>
            <a:spLocks xmlns:a="http://schemas.openxmlformats.org/drawingml/2006/main" noGrp="1"/>
          </p:cNvSpPr>
          <p:nvPr/>
        </p:nvSpPr>
        <p:spPr>
          <a:xfrm xmlns:a="http://schemas.openxmlformats.org/drawingml/2006/main">
            <a:off x="89725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Khôi phục môi trường test</a:t>
            </a:r>
          </a:p>
        </p:txBody>
      </p:sp>
      <p:sp>
        <p:nvSpPr>
          <p:cNvPr id="23" name="">
            <a:extLst xmlns:a="http://schemas.openxmlformats.org/drawingml/2006/main">
              <a:ext uri="{FF2B5EF4-FFF2-40B4-BE49-F238E27FC236}">
                <a16:creationId xmlns:a16="http://schemas.microsoft.com/office/drawing/2014/main" id="{BA864758-192C-4939-9AA2-303F3243F794}"/>
              </a:ext>
            </a:extLst>
          </p:cNvPr>
          <p:cNvSpPr>
            <a:spLocks xmlns:a="http://schemas.openxmlformats.org/drawingml/2006/main" noGrp="1"/>
          </p:cNvSpPr>
          <p:nvPr/>
        </p:nvSpPr>
        <p:spPr>
          <a:xfrm xmlns:a="http://schemas.openxmlformats.org/drawingml/2006/main">
            <a:off x="685800" y="3286125"/>
            <a:ext cx="238125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4" name="">
            <a:extLst xmlns:a="http://schemas.openxmlformats.org/drawingml/2006/main">
              <a:ext uri="{FF2B5EF4-FFF2-40B4-BE49-F238E27FC236}">
                <a16:creationId xmlns:a16="http://schemas.microsoft.com/office/drawing/2014/main" id="{4A03A5AA-64C9-4703-B6D7-5363BA7C5581}"/>
              </a:ext>
            </a:extLst>
          </p:cNvPr>
          <p:cNvSpPr>
            <a:spLocks xmlns:a="http://schemas.openxmlformats.org/drawingml/2006/main" noGrp="1"/>
          </p:cNvSpPr>
          <p:nvPr/>
        </p:nvSpPr>
        <p:spPr>
          <a:xfrm xmlns:a="http://schemas.openxmlformats.org/drawingml/2006/main">
            <a:off x="781050" y="33623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Trọng tâm</a:t>
            </a:r>
          </a:p>
        </p:txBody>
      </p:sp>
      <p:sp>
        <p:nvSpPr>
          <p:cNvPr id="25" name="">
            <a:extLst xmlns:a="http://schemas.openxmlformats.org/drawingml/2006/main">
              <a:ext uri="{FF2B5EF4-FFF2-40B4-BE49-F238E27FC236}">
                <a16:creationId xmlns:a16="http://schemas.microsoft.com/office/drawing/2014/main" id="{B8BBFDDC-82BE-46AB-A583-4FC30CDBA633}"/>
              </a:ext>
            </a:extLst>
          </p:cNvPr>
          <p:cNvSpPr>
            <a:spLocks xmlns:a="http://schemas.openxmlformats.org/drawingml/2006/main" noGrp="1"/>
          </p:cNvSpPr>
          <p:nvPr/>
        </p:nvSpPr>
        <p:spPr>
          <a:xfrm xmlns:a="http://schemas.openxmlformats.org/drawingml/2006/main">
            <a:off x="3067050" y="3286125"/>
            <a:ext cx="371475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6" name="">
            <a:extLst xmlns:a="http://schemas.openxmlformats.org/drawingml/2006/main">
              <a:ext uri="{FF2B5EF4-FFF2-40B4-BE49-F238E27FC236}">
                <a16:creationId xmlns:a16="http://schemas.microsoft.com/office/drawing/2014/main" id="{6B34B413-4FAF-42B3-8FF5-0FE6FE7DAFCD}"/>
              </a:ext>
            </a:extLst>
          </p:cNvPr>
          <p:cNvSpPr>
            <a:spLocks xmlns:a="http://schemas.openxmlformats.org/drawingml/2006/main" noGrp="1"/>
          </p:cNvSpPr>
          <p:nvPr/>
        </p:nvSpPr>
        <p:spPr>
          <a:xfrm xmlns:a="http://schemas.openxmlformats.org/drawingml/2006/main">
            <a:off x="3162300" y="336232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Quan hệ</a:t>
            </a:r>
          </a:p>
        </p:txBody>
      </p:sp>
      <p:sp>
        <p:nvSpPr>
          <p:cNvPr id="27" name="">
            <a:extLst xmlns:a="http://schemas.openxmlformats.org/drawingml/2006/main">
              <a:ext uri="{FF2B5EF4-FFF2-40B4-BE49-F238E27FC236}">
                <a16:creationId xmlns:a16="http://schemas.microsoft.com/office/drawing/2014/main" id="{AB021CF6-4552-4810-B7EC-4CB371C2BE7C}"/>
              </a:ext>
            </a:extLst>
          </p:cNvPr>
          <p:cNvSpPr>
            <a:spLocks xmlns:a="http://schemas.openxmlformats.org/drawingml/2006/main" noGrp="1"/>
          </p:cNvSpPr>
          <p:nvPr/>
        </p:nvSpPr>
        <p:spPr>
          <a:xfrm xmlns:a="http://schemas.openxmlformats.org/drawingml/2006/main">
            <a:off x="6781800" y="3286125"/>
            <a:ext cx="472440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8" name="">
            <a:extLst xmlns:a="http://schemas.openxmlformats.org/drawingml/2006/main">
              <a:ext uri="{FF2B5EF4-FFF2-40B4-BE49-F238E27FC236}">
                <a16:creationId xmlns:a16="http://schemas.microsoft.com/office/drawing/2014/main" id="{D891A9BB-C529-4C39-B2A7-A371E97A59CB}"/>
              </a:ext>
            </a:extLst>
          </p:cNvPr>
          <p:cNvSpPr>
            <a:spLocks xmlns:a="http://schemas.openxmlformats.org/drawingml/2006/main" noGrp="1"/>
          </p:cNvSpPr>
          <p:nvPr/>
        </p:nvSpPr>
        <p:spPr>
          <a:xfrm xmlns:a="http://schemas.openxmlformats.org/drawingml/2006/main">
            <a:off x="6877050" y="3362325"/>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NoSQL</a:t>
            </a:r>
          </a:p>
        </p:txBody>
      </p:sp>
      <p:sp>
        <p:nvSpPr>
          <p:cNvPr id="29" name="">
            <a:extLst xmlns:a="http://schemas.openxmlformats.org/drawingml/2006/main">
              <a:ext uri="{FF2B5EF4-FFF2-40B4-BE49-F238E27FC236}">
                <a16:creationId xmlns:a16="http://schemas.microsoft.com/office/drawing/2014/main" id="{9EC15062-74B0-470F-85AA-3DE1E1F41AC1}"/>
              </a:ext>
            </a:extLst>
          </p:cNvPr>
          <p:cNvSpPr>
            <a:spLocks xmlns:a="http://schemas.openxmlformats.org/drawingml/2006/main" noGrp="1"/>
          </p:cNvSpPr>
          <p:nvPr/>
        </p:nvSpPr>
        <p:spPr>
          <a:xfrm xmlns:a="http://schemas.openxmlformats.org/drawingml/2006/main">
            <a:off x="685800" y="36861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0" name="">
            <a:extLst xmlns:a="http://schemas.openxmlformats.org/drawingml/2006/main">
              <a:ext uri="{FF2B5EF4-FFF2-40B4-BE49-F238E27FC236}">
                <a16:creationId xmlns:a16="http://schemas.microsoft.com/office/drawing/2014/main" id="{27E24BD1-7CE1-4FD5-A4F8-D65674ED6161}"/>
              </a:ext>
            </a:extLst>
          </p:cNvPr>
          <p:cNvSpPr>
            <a:spLocks xmlns:a="http://schemas.openxmlformats.org/drawingml/2006/main" noGrp="1"/>
          </p:cNvSpPr>
          <p:nvPr/>
        </p:nvSpPr>
        <p:spPr>
          <a:xfrm xmlns:a="http://schemas.openxmlformats.org/drawingml/2006/main">
            <a:off x="781050" y="3762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Cấu trúc</a:t>
            </a:r>
          </a:p>
        </p:txBody>
      </p:sp>
      <p:sp>
        <p:nvSpPr>
          <p:cNvPr id="31" name="">
            <a:extLst xmlns:a="http://schemas.openxmlformats.org/drawingml/2006/main">
              <a:ext uri="{FF2B5EF4-FFF2-40B4-BE49-F238E27FC236}">
                <a16:creationId xmlns:a16="http://schemas.microsoft.com/office/drawing/2014/main" id="{F00CC499-37D8-47FE-8D9E-C4002800B203}"/>
              </a:ext>
            </a:extLst>
          </p:cNvPr>
          <p:cNvSpPr>
            <a:spLocks xmlns:a="http://schemas.openxmlformats.org/drawingml/2006/main" noGrp="1"/>
          </p:cNvSpPr>
          <p:nvPr/>
        </p:nvSpPr>
        <p:spPr>
          <a:xfrm xmlns:a="http://schemas.openxmlformats.org/drawingml/2006/main">
            <a:off x="3067050" y="36861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2" name="">
            <a:extLst xmlns:a="http://schemas.openxmlformats.org/drawingml/2006/main">
              <a:ext uri="{FF2B5EF4-FFF2-40B4-BE49-F238E27FC236}">
                <a16:creationId xmlns:a16="http://schemas.microsoft.com/office/drawing/2014/main" id="{747A5796-B5D3-458C-87D0-5EB70A03CFCB}"/>
              </a:ext>
            </a:extLst>
          </p:cNvPr>
          <p:cNvSpPr>
            <a:spLocks xmlns:a="http://schemas.openxmlformats.org/drawingml/2006/main" noGrp="1"/>
          </p:cNvSpPr>
          <p:nvPr/>
        </p:nvSpPr>
        <p:spPr>
          <a:xfrm xmlns:a="http://schemas.openxmlformats.org/drawingml/2006/main">
            <a:off x="3162300" y="37623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Bảng, hàng, cột</a:t>
            </a:r>
          </a:p>
        </p:txBody>
      </p:sp>
      <p:sp>
        <p:nvSpPr>
          <p:cNvPr id="33" name="">
            <a:extLst xmlns:a="http://schemas.openxmlformats.org/drawingml/2006/main">
              <a:ext uri="{FF2B5EF4-FFF2-40B4-BE49-F238E27FC236}">
                <a16:creationId xmlns:a16="http://schemas.microsoft.com/office/drawing/2014/main" id="{C9F4E2EE-7282-47E2-A9CD-A06A00F2CF67}"/>
              </a:ext>
            </a:extLst>
          </p:cNvPr>
          <p:cNvSpPr>
            <a:spLocks xmlns:a="http://schemas.openxmlformats.org/drawingml/2006/main" noGrp="1"/>
          </p:cNvSpPr>
          <p:nvPr/>
        </p:nvSpPr>
        <p:spPr>
          <a:xfrm xmlns:a="http://schemas.openxmlformats.org/drawingml/2006/main">
            <a:off x="6781800" y="36861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4" name="">
            <a:extLst xmlns:a="http://schemas.openxmlformats.org/drawingml/2006/main">
              <a:ext uri="{FF2B5EF4-FFF2-40B4-BE49-F238E27FC236}">
                <a16:creationId xmlns:a16="http://schemas.microsoft.com/office/drawing/2014/main" id="{DDB217C7-496D-490B-BAD8-94B8DBA062F9}"/>
              </a:ext>
            </a:extLst>
          </p:cNvPr>
          <p:cNvSpPr>
            <a:spLocks xmlns:a="http://schemas.openxmlformats.org/drawingml/2006/main" noGrp="1"/>
          </p:cNvSpPr>
          <p:nvPr/>
        </p:nvSpPr>
        <p:spPr>
          <a:xfrm xmlns:a="http://schemas.openxmlformats.org/drawingml/2006/main">
            <a:off x="6877050" y="37623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Document, key, graph</a:t>
            </a:r>
          </a:p>
        </p:txBody>
      </p:sp>
      <p:sp>
        <p:nvSpPr>
          <p:cNvPr id="35" name="">
            <a:extLst xmlns:a="http://schemas.openxmlformats.org/drawingml/2006/main">
              <a:ext uri="{FF2B5EF4-FFF2-40B4-BE49-F238E27FC236}">
                <a16:creationId xmlns:a16="http://schemas.microsoft.com/office/drawing/2014/main" id="{3A5062C5-A604-4FF0-A1AA-096561B47FCC}"/>
              </a:ext>
            </a:extLst>
          </p:cNvPr>
          <p:cNvSpPr>
            <a:spLocks xmlns:a="http://schemas.openxmlformats.org/drawingml/2006/main" noGrp="1"/>
          </p:cNvSpPr>
          <p:nvPr/>
        </p:nvSpPr>
        <p:spPr>
          <a:xfrm xmlns:a="http://schemas.openxmlformats.org/drawingml/2006/main">
            <a:off x="685800" y="41814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6" name="">
            <a:extLst xmlns:a="http://schemas.openxmlformats.org/drawingml/2006/main">
              <a:ext uri="{FF2B5EF4-FFF2-40B4-BE49-F238E27FC236}">
                <a16:creationId xmlns:a16="http://schemas.microsoft.com/office/drawing/2014/main" id="{D92108D4-A372-4306-8E9D-8AFA3EC18A48}"/>
              </a:ext>
            </a:extLst>
          </p:cNvPr>
          <p:cNvSpPr>
            <a:spLocks xmlns:a="http://schemas.openxmlformats.org/drawingml/2006/main" noGrp="1"/>
          </p:cNvSpPr>
          <p:nvPr/>
        </p:nvSpPr>
        <p:spPr>
          <a:xfrm xmlns:a="http://schemas.openxmlformats.org/drawingml/2006/main">
            <a:off x="781050" y="42576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Toàn vẹn</a:t>
            </a:r>
          </a:p>
        </p:txBody>
      </p:sp>
      <p:sp>
        <p:nvSpPr>
          <p:cNvPr id="37" name="">
            <a:extLst xmlns:a="http://schemas.openxmlformats.org/drawingml/2006/main">
              <a:ext uri="{FF2B5EF4-FFF2-40B4-BE49-F238E27FC236}">
                <a16:creationId xmlns:a16="http://schemas.microsoft.com/office/drawing/2014/main" id="{66D2E21D-73AF-4426-B027-7D9F730A98FC}"/>
              </a:ext>
            </a:extLst>
          </p:cNvPr>
          <p:cNvSpPr>
            <a:spLocks xmlns:a="http://schemas.openxmlformats.org/drawingml/2006/main" noGrp="1"/>
          </p:cNvSpPr>
          <p:nvPr/>
        </p:nvSpPr>
        <p:spPr>
          <a:xfrm xmlns:a="http://schemas.openxmlformats.org/drawingml/2006/main">
            <a:off x="3067050" y="41814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8" name="">
            <a:extLst xmlns:a="http://schemas.openxmlformats.org/drawingml/2006/main">
              <a:ext uri="{FF2B5EF4-FFF2-40B4-BE49-F238E27FC236}">
                <a16:creationId xmlns:a16="http://schemas.microsoft.com/office/drawing/2014/main" id="{04B3A51B-4D60-4196-B70F-95F27391C431}"/>
              </a:ext>
            </a:extLst>
          </p:cNvPr>
          <p:cNvSpPr>
            <a:spLocks xmlns:a="http://schemas.openxmlformats.org/drawingml/2006/main" noGrp="1"/>
          </p:cNvSpPr>
          <p:nvPr/>
        </p:nvSpPr>
        <p:spPr>
          <a:xfrm xmlns:a="http://schemas.openxmlformats.org/drawingml/2006/main">
            <a:off x="3162300" y="42576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PK, FK, UNIQUE, CHECK</a:t>
            </a:r>
          </a:p>
        </p:txBody>
      </p:sp>
      <p:sp>
        <p:nvSpPr>
          <p:cNvPr id="39" name="">
            <a:extLst xmlns:a="http://schemas.openxmlformats.org/drawingml/2006/main">
              <a:ext uri="{FF2B5EF4-FFF2-40B4-BE49-F238E27FC236}">
                <a16:creationId xmlns:a16="http://schemas.microsoft.com/office/drawing/2014/main" id="{1C3BAC8E-B36C-43E5-A93A-FB3E4DA565CB}"/>
              </a:ext>
            </a:extLst>
          </p:cNvPr>
          <p:cNvSpPr>
            <a:spLocks xmlns:a="http://schemas.openxmlformats.org/drawingml/2006/main" noGrp="1"/>
          </p:cNvSpPr>
          <p:nvPr/>
        </p:nvSpPr>
        <p:spPr>
          <a:xfrm xmlns:a="http://schemas.openxmlformats.org/drawingml/2006/main">
            <a:off x="6781800" y="41814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0" name="">
            <a:extLst xmlns:a="http://schemas.openxmlformats.org/drawingml/2006/main">
              <a:ext uri="{FF2B5EF4-FFF2-40B4-BE49-F238E27FC236}">
                <a16:creationId xmlns:a16="http://schemas.microsoft.com/office/drawing/2014/main" id="{E367BE4A-B118-4586-9517-36548E5551FE}"/>
              </a:ext>
            </a:extLst>
          </p:cNvPr>
          <p:cNvSpPr>
            <a:spLocks xmlns:a="http://schemas.openxmlformats.org/drawingml/2006/main" noGrp="1"/>
          </p:cNvSpPr>
          <p:nvPr/>
        </p:nvSpPr>
        <p:spPr>
          <a:xfrm xmlns:a="http://schemas.openxmlformats.org/drawingml/2006/main">
            <a:off x="6877050" y="42576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Validation và quy tắc ứng dụng</a:t>
            </a:r>
          </a:p>
        </p:txBody>
      </p:sp>
      <p:sp>
        <p:nvSpPr>
          <p:cNvPr id="41" name="">
            <a:extLst xmlns:a="http://schemas.openxmlformats.org/drawingml/2006/main">
              <a:ext uri="{FF2B5EF4-FFF2-40B4-BE49-F238E27FC236}">
                <a16:creationId xmlns:a16="http://schemas.microsoft.com/office/drawing/2014/main" id="{BA20177A-6CBA-4082-8E6B-2E356DEE4ECB}"/>
              </a:ext>
            </a:extLst>
          </p:cNvPr>
          <p:cNvSpPr>
            <a:spLocks xmlns:a="http://schemas.openxmlformats.org/drawingml/2006/main" noGrp="1"/>
          </p:cNvSpPr>
          <p:nvPr/>
        </p:nvSpPr>
        <p:spPr>
          <a:xfrm xmlns:a="http://schemas.openxmlformats.org/drawingml/2006/main">
            <a:off x="685800" y="46767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2" name="">
            <a:extLst xmlns:a="http://schemas.openxmlformats.org/drawingml/2006/main">
              <a:ext uri="{FF2B5EF4-FFF2-40B4-BE49-F238E27FC236}">
                <a16:creationId xmlns:a16="http://schemas.microsoft.com/office/drawing/2014/main" id="{60166C80-7270-4B21-8FC1-ADF63A125845}"/>
              </a:ext>
            </a:extLst>
          </p:cNvPr>
          <p:cNvSpPr>
            <a:spLocks xmlns:a="http://schemas.openxmlformats.org/drawingml/2006/main" noGrp="1"/>
          </p:cNvSpPr>
          <p:nvPr/>
        </p:nvSpPr>
        <p:spPr>
          <a:xfrm xmlns:a="http://schemas.openxmlformats.org/drawingml/2006/main">
            <a:off x="781050" y="47529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Hành vi hệ thống</a:t>
            </a:r>
          </a:p>
        </p:txBody>
      </p:sp>
      <p:sp>
        <p:nvSpPr>
          <p:cNvPr id="43" name="">
            <a:extLst xmlns:a="http://schemas.openxmlformats.org/drawingml/2006/main">
              <a:ext uri="{FF2B5EF4-FFF2-40B4-BE49-F238E27FC236}">
                <a16:creationId xmlns:a16="http://schemas.microsoft.com/office/drawing/2014/main" id="{44B021FB-F774-4D92-BB2B-BAF7DB617BEC}"/>
              </a:ext>
            </a:extLst>
          </p:cNvPr>
          <p:cNvSpPr>
            <a:spLocks xmlns:a="http://schemas.openxmlformats.org/drawingml/2006/main" noGrp="1"/>
          </p:cNvSpPr>
          <p:nvPr/>
        </p:nvSpPr>
        <p:spPr>
          <a:xfrm xmlns:a="http://schemas.openxmlformats.org/drawingml/2006/main">
            <a:off x="3067050" y="46767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4" name="">
            <a:extLst xmlns:a="http://schemas.openxmlformats.org/drawingml/2006/main">
              <a:ext uri="{FF2B5EF4-FFF2-40B4-BE49-F238E27FC236}">
                <a16:creationId xmlns:a16="http://schemas.microsoft.com/office/drawing/2014/main" id="{3A8D2D91-5A81-473B-A62B-61DC9011EC36}"/>
              </a:ext>
            </a:extLst>
          </p:cNvPr>
          <p:cNvSpPr>
            <a:spLocks xmlns:a="http://schemas.openxmlformats.org/drawingml/2006/main" noGrp="1"/>
          </p:cNvSpPr>
          <p:nvPr/>
        </p:nvSpPr>
        <p:spPr>
          <a:xfrm xmlns:a="http://schemas.openxmlformats.org/drawingml/2006/main">
            <a:off x="3162300" y="47529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JOIN và giao dịch ACID</a:t>
            </a:r>
          </a:p>
        </p:txBody>
      </p:sp>
      <p:sp>
        <p:nvSpPr>
          <p:cNvPr id="45" name="">
            <a:extLst xmlns:a="http://schemas.openxmlformats.org/drawingml/2006/main">
              <a:ext uri="{FF2B5EF4-FFF2-40B4-BE49-F238E27FC236}">
                <a16:creationId xmlns:a16="http://schemas.microsoft.com/office/drawing/2014/main" id="{0E621D01-DBDD-4734-B97E-E469899BBBA8}"/>
              </a:ext>
            </a:extLst>
          </p:cNvPr>
          <p:cNvSpPr>
            <a:spLocks xmlns:a="http://schemas.openxmlformats.org/drawingml/2006/main" noGrp="1"/>
          </p:cNvSpPr>
          <p:nvPr/>
        </p:nvSpPr>
        <p:spPr>
          <a:xfrm xmlns:a="http://schemas.openxmlformats.org/drawingml/2006/main">
            <a:off x="6781800" y="46767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6" name="">
            <a:extLst xmlns:a="http://schemas.openxmlformats.org/drawingml/2006/main">
              <a:ext uri="{FF2B5EF4-FFF2-40B4-BE49-F238E27FC236}">
                <a16:creationId xmlns:a16="http://schemas.microsoft.com/office/drawing/2014/main" id="{35C5BF81-E3AD-4A93-92BC-CD9E0944A507}"/>
              </a:ext>
            </a:extLst>
          </p:cNvPr>
          <p:cNvSpPr>
            <a:spLocks xmlns:a="http://schemas.openxmlformats.org/drawingml/2006/main" noGrp="1"/>
          </p:cNvSpPr>
          <p:nvPr/>
        </p:nvSpPr>
        <p:spPr>
          <a:xfrm xmlns:a="http://schemas.openxmlformats.org/drawingml/2006/main">
            <a:off x="6877050" y="47529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Nhất quán, phân vùng, sao chép</a:t>
            </a:r>
          </a:p>
        </p:txBody>
      </p:sp>
    </p:spTree>
    <p:extLst>
      <p:ext uri="{BB962C8B-B14F-4D97-AF65-F5344CB8AC3E}">
        <p14:creationId xmlns:p14="http://schemas.microsoft.com/office/powerpoint/2010/main" val="6339325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1624463-B9CC-47F8-B0BD-6AF3047A55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C23E9E-CDCB-4DA8-A5EC-BDD57259D842}"/>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CƠ SỞ DỮ LIỆU QUAN HỆ</a:t>
            </a:r>
          </a:p>
        </p:txBody>
      </p:sp>
      <p:sp>
        <p:nvSpPr>
          <p:cNvPr id="3" name="">
            <a:extLst xmlns:a="http://schemas.openxmlformats.org/drawingml/2006/main">
              <a:ext uri="{FF2B5EF4-FFF2-40B4-BE49-F238E27FC236}">
                <a16:creationId xmlns:a16="http://schemas.microsoft.com/office/drawing/2014/main" id="{F1308485-E059-41C6-907D-EBBC7C062EC3}"/>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Kiểm thử quan hệ dựa vào các ràng buộc của cơ sở dữ liệu</a:t>
            </a:r>
          </a:p>
        </p:txBody>
      </p:sp>
      <p:sp>
        <p:nvSpPr>
          <p:cNvPr id="4" name="">
            <a:extLst xmlns:a="http://schemas.openxmlformats.org/drawingml/2006/main">
              <a:ext uri="{FF2B5EF4-FFF2-40B4-BE49-F238E27FC236}">
                <a16:creationId xmlns:a16="http://schemas.microsoft.com/office/drawing/2014/main" id="{B1C2A148-7E14-48CD-84CA-56980F5E8745}"/>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Quy tắc do cơ sở dữ liệu thực thi</a:t>
            </a:r>
          </a:p>
        </p:txBody>
      </p:sp>
      <p:sp>
        <p:nvSpPr>
          <p:cNvPr id="5" name="">
            <a:extLst xmlns:a="http://schemas.openxmlformats.org/drawingml/2006/main">
              <a:ext uri="{FF2B5EF4-FFF2-40B4-BE49-F238E27FC236}">
                <a16:creationId xmlns:a16="http://schemas.microsoft.com/office/drawing/2014/main" id="{CABDC292-FACD-4C1F-BD7F-ED34B0326879}"/>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4 / 15</a:t>
            </a:r>
          </a:p>
        </p:txBody>
      </p:sp>
      <p:sp>
        <p:nvSpPr>
          <p:cNvPr id="6" name="">
            <a:extLst xmlns:a="http://schemas.openxmlformats.org/drawingml/2006/main">
              <a:ext uri="{FF2B5EF4-FFF2-40B4-BE49-F238E27FC236}">
                <a16:creationId xmlns:a16="http://schemas.microsoft.com/office/drawing/2014/main" id="{35EE8148-CBEC-4998-A88A-69F86EFF3802}"/>
              </a:ext>
            </a:extLst>
          </p:cNvPr>
          <p:cNvSpPr>
            <a:spLocks xmlns:a="http://schemas.openxmlformats.org/drawingml/2006/main" noGrp="1"/>
          </p:cNvSpPr>
          <p:nvPr/>
        </p:nvSpPr>
        <p:spPr>
          <a:xfrm xmlns:a="http://schemas.openxmlformats.org/drawingml/2006/main">
            <a:off x="0" y="6810375"/>
            <a:ext cx="37528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079949F-A8AC-465C-9A96-3BD574F4FA46}"/>
              </a:ext>
            </a:extLst>
          </p:cNvPr>
          <p:cNvSpPr>
            <a:spLocks xmlns:a="http://schemas.openxmlformats.org/drawingml/2006/main" noGrp="1"/>
          </p:cNvSpPr>
          <p:nvPr/>
        </p:nvSpPr>
        <p:spPr>
          <a:xfrm xmlns:a="http://schemas.openxmlformats.org/drawingml/2006/main">
            <a:off x="685800" y="20002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8" name="">
            <a:extLst xmlns:a="http://schemas.openxmlformats.org/drawingml/2006/main">
              <a:ext uri="{FF2B5EF4-FFF2-40B4-BE49-F238E27FC236}">
                <a16:creationId xmlns:a16="http://schemas.microsoft.com/office/drawing/2014/main" id="{7AC6D538-8BAF-4507-8E7E-E746C5D1FC89}"/>
              </a:ext>
            </a:extLst>
          </p:cNvPr>
          <p:cNvSpPr>
            <a:spLocks xmlns:a="http://schemas.openxmlformats.org/drawingml/2006/main" noGrp="1"/>
          </p:cNvSpPr>
          <p:nvPr/>
        </p:nvSpPr>
        <p:spPr>
          <a:xfrm xmlns:a="http://schemas.openxmlformats.org/drawingml/2006/main">
            <a:off x="685800" y="2000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BB6473-5D00-4258-85A1-E79A4EA867F5}"/>
              </a:ext>
            </a:extLst>
          </p:cNvPr>
          <p:cNvSpPr>
            <a:spLocks xmlns:a="http://schemas.openxmlformats.org/drawingml/2006/main" noGrp="1"/>
          </p:cNvSpPr>
          <p:nvPr/>
        </p:nvSpPr>
        <p:spPr>
          <a:xfrm xmlns:a="http://schemas.openxmlformats.org/drawingml/2006/main">
            <a:off x="857250" y="21145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Schema và kiểu dữ liệu</a:t>
            </a:r>
          </a:p>
        </p:txBody>
      </p:sp>
      <p:sp>
        <p:nvSpPr>
          <p:cNvPr id="10" name="">
            <a:extLst xmlns:a="http://schemas.openxmlformats.org/drawingml/2006/main">
              <a:ext uri="{FF2B5EF4-FFF2-40B4-BE49-F238E27FC236}">
                <a16:creationId xmlns:a16="http://schemas.microsoft.com/office/drawing/2014/main" id="{0E35344B-186D-4BE7-AF4D-7DB6E444E4FF}"/>
              </a:ext>
            </a:extLst>
          </p:cNvPr>
          <p:cNvSpPr>
            <a:spLocks xmlns:a="http://schemas.openxmlformats.org/drawingml/2006/main" noGrp="1"/>
          </p:cNvSpPr>
          <p:nvPr/>
        </p:nvSpPr>
        <p:spPr>
          <a:xfrm xmlns:a="http://schemas.openxmlformats.org/drawingml/2006/main">
            <a:off x="3086100" y="20002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1" name="">
            <a:extLst xmlns:a="http://schemas.openxmlformats.org/drawingml/2006/main">
              <a:ext uri="{FF2B5EF4-FFF2-40B4-BE49-F238E27FC236}">
                <a16:creationId xmlns:a16="http://schemas.microsoft.com/office/drawing/2014/main" id="{B940EB6C-559D-40EE-9563-0FE503AA9051}"/>
              </a:ext>
            </a:extLst>
          </p:cNvPr>
          <p:cNvSpPr>
            <a:spLocks xmlns:a="http://schemas.openxmlformats.org/drawingml/2006/main" noGrp="1"/>
          </p:cNvSpPr>
          <p:nvPr/>
        </p:nvSpPr>
        <p:spPr>
          <a:xfrm xmlns:a="http://schemas.openxmlformats.org/drawingml/2006/main">
            <a:off x="3086100" y="2000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790C0E-2174-4489-851A-C053DDFDDD11}"/>
              </a:ext>
            </a:extLst>
          </p:cNvPr>
          <p:cNvSpPr>
            <a:spLocks xmlns:a="http://schemas.openxmlformats.org/drawingml/2006/main" noGrp="1"/>
          </p:cNvSpPr>
          <p:nvPr/>
        </p:nvSpPr>
        <p:spPr>
          <a:xfrm xmlns:a="http://schemas.openxmlformats.org/drawingml/2006/main">
            <a:off x="3257550" y="21145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Khóa chính và khóa ngoại</a:t>
            </a:r>
          </a:p>
        </p:txBody>
      </p:sp>
      <p:sp>
        <p:nvSpPr>
          <p:cNvPr id="13" name="">
            <a:extLst xmlns:a="http://schemas.openxmlformats.org/drawingml/2006/main">
              <a:ext uri="{FF2B5EF4-FFF2-40B4-BE49-F238E27FC236}">
                <a16:creationId xmlns:a16="http://schemas.microsoft.com/office/drawing/2014/main" id="{F94E2C60-BEA2-40CE-8B54-8784BEF111DB}"/>
              </a:ext>
            </a:extLst>
          </p:cNvPr>
          <p:cNvSpPr>
            <a:spLocks xmlns:a="http://schemas.openxmlformats.org/drawingml/2006/main" noGrp="1"/>
          </p:cNvSpPr>
          <p:nvPr/>
        </p:nvSpPr>
        <p:spPr>
          <a:xfrm xmlns:a="http://schemas.openxmlformats.org/drawingml/2006/main">
            <a:off x="685800" y="26860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4" name="">
            <a:extLst xmlns:a="http://schemas.openxmlformats.org/drawingml/2006/main">
              <a:ext uri="{FF2B5EF4-FFF2-40B4-BE49-F238E27FC236}">
                <a16:creationId xmlns:a16="http://schemas.microsoft.com/office/drawing/2014/main" id="{5A6CAABE-A984-49FE-9E0A-B7DCBAB46CA4}"/>
              </a:ext>
            </a:extLst>
          </p:cNvPr>
          <p:cNvSpPr>
            <a:spLocks xmlns:a="http://schemas.openxmlformats.org/drawingml/2006/main" noGrp="1"/>
          </p:cNvSpPr>
          <p:nvPr/>
        </p:nvSpPr>
        <p:spPr>
          <a:xfrm xmlns:a="http://schemas.openxmlformats.org/drawingml/2006/main">
            <a:off x="685800" y="2686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6BA68A9-C293-4964-9B06-BF02D167510F}"/>
              </a:ext>
            </a:extLst>
          </p:cNvPr>
          <p:cNvSpPr>
            <a:spLocks xmlns:a="http://schemas.openxmlformats.org/drawingml/2006/main" noGrp="1"/>
          </p:cNvSpPr>
          <p:nvPr/>
        </p:nvSpPr>
        <p:spPr>
          <a:xfrm xmlns:a="http://schemas.openxmlformats.org/drawingml/2006/main">
            <a:off x="857250" y="28003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UNIQUE, NOT NULL, CHECK</a:t>
            </a:r>
          </a:p>
        </p:txBody>
      </p:sp>
      <p:sp>
        <p:nvSpPr>
          <p:cNvPr id="16" name="">
            <a:extLst xmlns:a="http://schemas.openxmlformats.org/drawingml/2006/main">
              <a:ext uri="{FF2B5EF4-FFF2-40B4-BE49-F238E27FC236}">
                <a16:creationId xmlns:a16="http://schemas.microsoft.com/office/drawing/2014/main" id="{C30E4477-1E1F-49D7-B8BE-A92032C05FBC}"/>
              </a:ext>
            </a:extLst>
          </p:cNvPr>
          <p:cNvSpPr>
            <a:spLocks xmlns:a="http://schemas.openxmlformats.org/drawingml/2006/main" noGrp="1"/>
          </p:cNvSpPr>
          <p:nvPr/>
        </p:nvSpPr>
        <p:spPr>
          <a:xfrm xmlns:a="http://schemas.openxmlformats.org/drawingml/2006/main">
            <a:off x="3086100" y="26860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7" name="">
            <a:extLst xmlns:a="http://schemas.openxmlformats.org/drawingml/2006/main">
              <a:ext uri="{FF2B5EF4-FFF2-40B4-BE49-F238E27FC236}">
                <a16:creationId xmlns:a16="http://schemas.microsoft.com/office/drawing/2014/main" id="{0BEF2882-9162-4CCC-93FF-D3FF8A02BAA2}"/>
              </a:ext>
            </a:extLst>
          </p:cNvPr>
          <p:cNvSpPr>
            <a:spLocks xmlns:a="http://schemas.openxmlformats.org/drawingml/2006/main" noGrp="1"/>
          </p:cNvSpPr>
          <p:nvPr/>
        </p:nvSpPr>
        <p:spPr>
          <a:xfrm xmlns:a="http://schemas.openxmlformats.org/drawingml/2006/main">
            <a:off x="3086100" y="2686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A9CE4C7-7945-431B-ADA3-95334CCB551B}"/>
              </a:ext>
            </a:extLst>
          </p:cNvPr>
          <p:cNvSpPr>
            <a:spLocks xmlns:a="http://schemas.openxmlformats.org/drawingml/2006/main" noGrp="1"/>
          </p:cNvSpPr>
          <p:nvPr/>
        </p:nvSpPr>
        <p:spPr>
          <a:xfrm xmlns:a="http://schemas.openxmlformats.org/drawingml/2006/main">
            <a:off x="3257550" y="28003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Tính đúng của JOIN</a:t>
            </a:r>
          </a:p>
        </p:txBody>
      </p:sp>
      <p:sp>
        <p:nvSpPr>
          <p:cNvPr id="19" name="">
            <a:extLst xmlns:a="http://schemas.openxmlformats.org/drawingml/2006/main">
              <a:ext uri="{FF2B5EF4-FFF2-40B4-BE49-F238E27FC236}">
                <a16:creationId xmlns:a16="http://schemas.microsoft.com/office/drawing/2014/main" id="{4762C4E8-A7D6-4F46-B4A6-4CBFE64C311B}"/>
              </a:ext>
            </a:extLst>
          </p:cNvPr>
          <p:cNvSpPr>
            <a:spLocks xmlns:a="http://schemas.openxmlformats.org/drawingml/2006/main" noGrp="1"/>
          </p:cNvSpPr>
          <p:nvPr/>
        </p:nvSpPr>
        <p:spPr>
          <a:xfrm xmlns:a="http://schemas.openxmlformats.org/drawingml/2006/main">
            <a:off x="685800" y="33718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0" name="">
            <a:extLst xmlns:a="http://schemas.openxmlformats.org/drawingml/2006/main">
              <a:ext uri="{FF2B5EF4-FFF2-40B4-BE49-F238E27FC236}">
                <a16:creationId xmlns:a16="http://schemas.microsoft.com/office/drawing/2014/main" id="{D473E5F5-ECAD-47A2-B37E-CAC7D4934982}"/>
              </a:ext>
            </a:extLst>
          </p:cNvPr>
          <p:cNvSpPr>
            <a:spLocks xmlns:a="http://schemas.openxmlformats.org/drawingml/2006/main" noGrp="1"/>
          </p:cNvSpPr>
          <p:nvPr/>
        </p:nvSpPr>
        <p:spPr>
          <a:xfrm xmlns:a="http://schemas.openxmlformats.org/drawingml/2006/main">
            <a:off x="685800" y="33718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815918A-7C40-4620-8FD8-ACEEF2AAC241}"/>
              </a:ext>
            </a:extLst>
          </p:cNvPr>
          <p:cNvSpPr>
            <a:spLocks xmlns:a="http://schemas.openxmlformats.org/drawingml/2006/main" noGrp="1"/>
          </p:cNvSpPr>
          <p:nvPr/>
        </p:nvSpPr>
        <p:spPr>
          <a:xfrm xmlns:a="http://schemas.openxmlformats.org/drawingml/2006/main">
            <a:off x="857250" y="34861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Commit và rollback</a:t>
            </a:r>
          </a:p>
        </p:txBody>
      </p:sp>
      <p:sp>
        <p:nvSpPr>
          <p:cNvPr id="22" name="">
            <a:extLst xmlns:a="http://schemas.openxmlformats.org/drawingml/2006/main">
              <a:ext uri="{FF2B5EF4-FFF2-40B4-BE49-F238E27FC236}">
                <a16:creationId xmlns:a16="http://schemas.microsoft.com/office/drawing/2014/main" id="{33C28AA8-9960-40DD-9EA6-2A5176EDB125}"/>
              </a:ext>
            </a:extLst>
          </p:cNvPr>
          <p:cNvSpPr>
            <a:spLocks xmlns:a="http://schemas.openxmlformats.org/drawingml/2006/main" noGrp="1"/>
          </p:cNvSpPr>
          <p:nvPr/>
        </p:nvSpPr>
        <p:spPr>
          <a:xfrm xmlns:a="http://schemas.openxmlformats.org/drawingml/2006/main">
            <a:off x="3086100" y="33718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3" name="">
            <a:extLst xmlns:a="http://schemas.openxmlformats.org/drawingml/2006/main">
              <a:ext uri="{FF2B5EF4-FFF2-40B4-BE49-F238E27FC236}">
                <a16:creationId xmlns:a16="http://schemas.microsoft.com/office/drawing/2014/main" id="{93152D7D-8D14-4F85-B61C-3981294A39C9}"/>
              </a:ext>
            </a:extLst>
          </p:cNvPr>
          <p:cNvSpPr>
            <a:spLocks xmlns:a="http://schemas.openxmlformats.org/drawingml/2006/main" noGrp="1"/>
          </p:cNvSpPr>
          <p:nvPr/>
        </p:nvSpPr>
        <p:spPr>
          <a:xfrm xmlns:a="http://schemas.openxmlformats.org/drawingml/2006/main">
            <a:off x="3086100" y="33718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E1748C9-DC6D-4A8F-A366-49900C55CE2B}"/>
              </a:ext>
            </a:extLst>
          </p:cNvPr>
          <p:cNvSpPr>
            <a:spLocks xmlns:a="http://schemas.openxmlformats.org/drawingml/2006/main" noGrp="1"/>
          </p:cNvSpPr>
          <p:nvPr/>
        </p:nvSpPr>
        <p:spPr>
          <a:xfrm xmlns:a="http://schemas.openxmlformats.org/drawingml/2006/main">
            <a:off x="3257550" y="34861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Tương thích migration</a:t>
            </a:r>
          </a:p>
        </p:txBody>
      </p:sp>
      <p:sp>
        <p:nvSpPr>
          <p:cNvPr id="25" name="">
            <a:extLst xmlns:a="http://schemas.openxmlformats.org/drawingml/2006/main">
              <a:ext uri="{FF2B5EF4-FFF2-40B4-BE49-F238E27FC236}">
                <a16:creationId xmlns:a16="http://schemas.microsoft.com/office/drawing/2014/main" id="{79E93C5A-7182-4F61-913E-FF8E7D38D42F}"/>
              </a:ext>
            </a:extLst>
          </p:cNvPr>
          <p:cNvSpPr>
            <a:spLocks xmlns:a="http://schemas.openxmlformats.org/drawingml/2006/main" noGrp="1"/>
          </p:cNvSpPr>
          <p:nvPr/>
        </p:nvSpPr>
        <p:spPr>
          <a:xfrm xmlns:a="http://schemas.openxmlformats.org/drawingml/2006/main">
            <a:off x="685800" y="40576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6" name="">
            <a:extLst xmlns:a="http://schemas.openxmlformats.org/drawingml/2006/main">
              <a:ext uri="{FF2B5EF4-FFF2-40B4-BE49-F238E27FC236}">
                <a16:creationId xmlns:a16="http://schemas.microsoft.com/office/drawing/2014/main" id="{735F40A0-845C-4151-9F3E-5E9B9DDBDD74}"/>
              </a:ext>
            </a:extLst>
          </p:cNvPr>
          <p:cNvSpPr>
            <a:spLocks xmlns:a="http://schemas.openxmlformats.org/drawingml/2006/main" noGrp="1"/>
          </p:cNvSpPr>
          <p:nvPr/>
        </p:nvSpPr>
        <p:spPr>
          <a:xfrm xmlns:a="http://schemas.openxmlformats.org/drawingml/2006/main">
            <a:off x="685800" y="40576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0C493D8-0A4B-4D31-9526-0B39CD676209}"/>
              </a:ext>
            </a:extLst>
          </p:cNvPr>
          <p:cNvSpPr>
            <a:spLocks xmlns:a="http://schemas.openxmlformats.org/drawingml/2006/main" noGrp="1"/>
          </p:cNvSpPr>
          <p:nvPr/>
        </p:nvSpPr>
        <p:spPr>
          <a:xfrm xmlns:a="http://schemas.openxmlformats.org/drawingml/2006/main">
            <a:off x="857250" y="41719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Index và query plan</a:t>
            </a:r>
          </a:p>
        </p:txBody>
      </p:sp>
      <p:sp>
        <p:nvSpPr>
          <p:cNvPr id="28" name="">
            <a:extLst xmlns:a="http://schemas.openxmlformats.org/drawingml/2006/main">
              <a:ext uri="{FF2B5EF4-FFF2-40B4-BE49-F238E27FC236}">
                <a16:creationId xmlns:a16="http://schemas.microsoft.com/office/drawing/2014/main" id="{9032F9CA-9A9A-4296-8EEC-02939DB23FD8}"/>
              </a:ext>
            </a:extLst>
          </p:cNvPr>
          <p:cNvSpPr>
            <a:spLocks xmlns:a="http://schemas.openxmlformats.org/drawingml/2006/main" noGrp="1"/>
          </p:cNvSpPr>
          <p:nvPr/>
        </p:nvSpPr>
        <p:spPr>
          <a:xfrm xmlns:a="http://schemas.openxmlformats.org/drawingml/2006/main">
            <a:off x="3086100" y="40576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9" name="">
            <a:extLst xmlns:a="http://schemas.openxmlformats.org/drawingml/2006/main">
              <a:ext uri="{FF2B5EF4-FFF2-40B4-BE49-F238E27FC236}">
                <a16:creationId xmlns:a16="http://schemas.microsoft.com/office/drawing/2014/main" id="{0DC5DF42-7FD3-46F7-A7B6-A0F4687781F7}"/>
              </a:ext>
            </a:extLst>
          </p:cNvPr>
          <p:cNvSpPr>
            <a:spLocks xmlns:a="http://schemas.openxmlformats.org/drawingml/2006/main" noGrp="1"/>
          </p:cNvSpPr>
          <p:nvPr/>
        </p:nvSpPr>
        <p:spPr>
          <a:xfrm xmlns:a="http://schemas.openxmlformats.org/drawingml/2006/main">
            <a:off x="3086100" y="40576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4CA564-921F-469E-91D9-9E21EDE68F1C}"/>
              </a:ext>
            </a:extLst>
          </p:cNvPr>
          <p:cNvSpPr>
            <a:spLocks xmlns:a="http://schemas.openxmlformats.org/drawingml/2006/main" noGrp="1"/>
          </p:cNvSpPr>
          <p:nvPr/>
        </p:nvSpPr>
        <p:spPr>
          <a:xfrm xmlns:a="http://schemas.openxmlformats.org/drawingml/2006/main">
            <a:off x="3257550" y="41719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Trigger và view</a:t>
            </a:r>
          </a:p>
        </p:txBody>
      </p:sp>
      <p:sp>
        <p:nvSpPr>
          <p:cNvPr id="31" name="">
            <a:extLst xmlns:a="http://schemas.openxmlformats.org/drawingml/2006/main">
              <a:ext uri="{FF2B5EF4-FFF2-40B4-BE49-F238E27FC236}">
                <a16:creationId xmlns:a16="http://schemas.microsoft.com/office/drawing/2014/main" id="{CF81B1C1-46A0-4B6A-8A8E-45679465E997}"/>
              </a:ext>
            </a:extLst>
          </p:cNvPr>
          <p:cNvSpPr>
            <a:spLocks xmlns:a="http://schemas.openxmlformats.org/drawingml/2006/main" noGrp="1"/>
          </p:cNvSpPr>
          <p:nvPr/>
        </p:nvSpPr>
        <p:spPr>
          <a:xfrm xmlns:a="http://schemas.openxmlformats.org/drawingml/2006/main">
            <a:off x="6000750" y="2000250"/>
            <a:ext cx="5505450" cy="333375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1D51A33-B799-40A6-86C4-763C73594FCB}"/>
              </a:ext>
            </a:extLst>
          </p:cNvPr>
          <p:cNvSpPr>
            <a:spLocks xmlns:a="http://schemas.openxmlformats.org/drawingml/2006/main" noGrp="1"/>
          </p:cNvSpPr>
          <p:nvPr/>
        </p:nvSpPr>
        <p:spPr>
          <a:xfrm xmlns:a="http://schemas.openxmlformats.org/drawingml/2006/main">
            <a:off x="6000750" y="2000250"/>
            <a:ext cx="47625" cy="333375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40A875D-68F4-49B5-B688-699322CCBD7E}"/>
              </a:ext>
            </a:extLst>
          </p:cNvPr>
          <p:cNvSpPr>
            <a:spLocks xmlns:a="http://schemas.openxmlformats.org/drawingml/2006/main" noGrp="1"/>
          </p:cNvSpPr>
          <p:nvPr/>
        </p:nvSpPr>
        <p:spPr>
          <a:xfrm xmlns:a="http://schemas.openxmlformats.org/drawingml/2006/main">
            <a:off x="6229350" y="2190750"/>
            <a:ext cx="51054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D9E5F5"/>
                </a:solidFill>
              </a:defRPr>
            </a:pPr>
            <a:r>
              <a:rPr sz="1350" b="0">
                <a:solidFill>
                  <a:srgbClr val="D9E5F5"/>
                </a:solidFill>
              </a:rPr>
              <a:t>BEGIN;</a:t>
            </a:r>
          </a:p>
          <a:p xmlns:a="http://schemas.openxmlformats.org/drawingml/2006/main">
            <a:pPr algn="l">
              <a:buNone/>
              <a:defRPr sz="1350" b="0">
                <a:solidFill>
                  <a:srgbClr val="D9E5F5"/>
                </a:solidFill>
              </a:defRPr>
            </a:pPr>
            <a:r>
              <a:rPr sz="1350" b="0">
                <a:solidFill>
                  <a:srgbClr val="D9E5F5"/>
                </a:solidFill>
              </a:rPr>
              <a:t>INSERT INTO orders</a:t>
            </a:r>
          </a:p>
          <a:p xmlns:a="http://schemas.openxmlformats.org/drawingml/2006/main">
            <a:pPr algn="l">
              <a:buNone/>
              <a:defRPr sz="1350" b="0">
                <a:solidFill>
                  <a:srgbClr val="D9E5F5"/>
                </a:solidFill>
              </a:defRPr>
            </a:pPr>
            <a:r>
              <a:rPr sz="1350" b="0">
                <a:solidFill>
                  <a:srgbClr val="D9E5F5"/>
                </a:solidFill>
              </a:rPr>
              <a:t>  (user_id, total_amount, status)</a:t>
            </a:r>
          </a:p>
          <a:p xmlns:a="http://schemas.openxmlformats.org/drawingml/2006/main">
            <a:pPr algn="l">
              <a:buNone/>
              <a:defRPr sz="1350" b="0">
                <a:solidFill>
                  <a:srgbClr val="D9E5F5"/>
                </a:solidFill>
              </a:defRPr>
            </a:pPr>
            <a:r>
              <a:rPr sz="1350" b="0">
                <a:solidFill>
                  <a:srgbClr val="D9E5F5"/>
                </a:solidFill>
              </a:rPr>
              <a:t>VALUES (7, 450000, 'pending');</a:t>
            </a:r>
          </a:p>
          <a:p xmlns:a="http://schemas.openxmlformats.org/drawingml/2006/main">
            <a:r>
              <a:t/>
            </a:r>
          </a:p>
          <a:p xmlns:a="http://schemas.openxmlformats.org/drawingml/2006/main">
            <a:pPr algn="l">
              <a:buNone/>
              <a:defRPr sz="1350" b="0">
                <a:solidFill>
                  <a:srgbClr val="D9E5F5"/>
                </a:solidFill>
              </a:defRPr>
            </a:pPr>
            <a:r>
              <a:rPr sz="1350" b="0">
                <a:solidFill>
                  <a:srgbClr val="D9E5F5"/>
                </a:solidFill>
              </a:rPr>
              <a:t>SELECT user_id, total_amount, status</a:t>
            </a:r>
          </a:p>
          <a:p xmlns:a="http://schemas.openxmlformats.org/drawingml/2006/main">
            <a:pPr algn="l">
              <a:buNone/>
              <a:defRPr sz="1350" b="0">
                <a:solidFill>
                  <a:srgbClr val="D9E5F5"/>
                </a:solidFill>
              </a:defRPr>
            </a:pPr>
            <a:r>
              <a:rPr sz="1350" b="0">
                <a:solidFill>
                  <a:srgbClr val="D9E5F5"/>
                </a:solidFill>
              </a:rPr>
              <a:t>FROM orders</a:t>
            </a:r>
          </a:p>
          <a:p xmlns:a="http://schemas.openxmlformats.org/drawingml/2006/main">
            <a:pPr algn="l">
              <a:buNone/>
              <a:defRPr sz="1350" b="0">
                <a:solidFill>
                  <a:srgbClr val="D9E5F5"/>
                </a:solidFill>
              </a:defRPr>
            </a:pPr>
            <a:r>
              <a:rPr sz="1350" b="0">
                <a:solidFill>
                  <a:srgbClr val="D9E5F5"/>
                </a:solidFill>
              </a:rPr>
              <a:t>WHERE id = ?;</a:t>
            </a:r>
          </a:p>
          <a:p xmlns:a="http://schemas.openxmlformats.org/drawingml/2006/main">
            <a:pPr algn="l">
              <a:buNone/>
              <a:defRPr sz="1350" b="0">
                <a:solidFill>
                  <a:srgbClr val="D9E5F5"/>
                </a:solidFill>
              </a:defRPr>
            </a:pPr>
            <a:r>
              <a:rPr sz="1350" b="0">
                <a:solidFill>
                  <a:srgbClr val="D9E5F5"/>
                </a:solidFill>
              </a:rPr>
              <a:t>ROLLBACK;</a:t>
            </a:r>
          </a:p>
        </p:txBody>
      </p:sp>
    </p:spTree>
    <p:extLst>
      <p:ext uri="{BB962C8B-B14F-4D97-AF65-F5344CB8AC3E}">
        <p14:creationId xmlns:p14="http://schemas.microsoft.com/office/powerpoint/2010/main" val="184743868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8EE59D-0DA5-46E5-886A-2C91927B90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3F12CC-9DDF-4489-8FDD-986B29222ED2}"/>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CƠ SỞ DỮ LIỆU NOSQL</a:t>
            </a:r>
          </a:p>
        </p:txBody>
      </p:sp>
      <p:sp>
        <p:nvSpPr>
          <p:cNvPr id="3" name="">
            <a:extLst xmlns:a="http://schemas.openxmlformats.org/drawingml/2006/main">
              <a:ext uri="{FF2B5EF4-FFF2-40B4-BE49-F238E27FC236}">
                <a16:creationId xmlns:a16="http://schemas.microsoft.com/office/drawing/2014/main" id="{3C2F323B-51C0-4BCC-9083-9CCF7C37E52E}"/>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NoSQL chuyển nhiều trách nhiệm hơn sang kiểm thử ứng dụng</a:t>
            </a:r>
          </a:p>
        </p:txBody>
      </p:sp>
      <p:sp>
        <p:nvSpPr>
          <p:cNvPr id="4" name="">
            <a:extLst xmlns:a="http://schemas.openxmlformats.org/drawingml/2006/main">
              <a:ext uri="{FF2B5EF4-FFF2-40B4-BE49-F238E27FC236}">
                <a16:creationId xmlns:a16="http://schemas.microsoft.com/office/drawing/2014/main" id="{2AEAC691-ADB4-4DD4-89EE-DD6AA876293F}"/>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Quy tắc ứng dụng và hệ phân tán</a:t>
            </a:r>
          </a:p>
        </p:txBody>
      </p:sp>
      <p:sp>
        <p:nvSpPr>
          <p:cNvPr id="5" name="">
            <a:extLst xmlns:a="http://schemas.openxmlformats.org/drawingml/2006/main">
              <a:ext uri="{FF2B5EF4-FFF2-40B4-BE49-F238E27FC236}">
                <a16:creationId xmlns:a16="http://schemas.microsoft.com/office/drawing/2014/main" id="{69CB7C7A-1FE0-434A-B916-0601271C0AB0}"/>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5 / 15</a:t>
            </a:r>
          </a:p>
        </p:txBody>
      </p:sp>
      <p:sp>
        <p:nvSpPr>
          <p:cNvPr id="6" name="">
            <a:extLst xmlns:a="http://schemas.openxmlformats.org/drawingml/2006/main">
              <a:ext uri="{FF2B5EF4-FFF2-40B4-BE49-F238E27FC236}">
                <a16:creationId xmlns:a16="http://schemas.microsoft.com/office/drawing/2014/main" id="{35BEA066-F696-449E-822A-48A71F2AF665}"/>
              </a:ext>
            </a:extLst>
          </p:cNvPr>
          <p:cNvSpPr>
            <a:spLocks xmlns:a="http://schemas.openxmlformats.org/drawingml/2006/main" noGrp="1"/>
          </p:cNvSpPr>
          <p:nvPr/>
        </p:nvSpPr>
        <p:spPr>
          <a:xfrm xmlns:a="http://schemas.openxmlformats.org/drawingml/2006/main">
            <a:off x="0" y="6810375"/>
            <a:ext cx="46863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57B658-6EA8-4628-B5DD-08DB11BBF1AE}"/>
              </a:ext>
            </a:extLst>
          </p:cNvPr>
          <p:cNvSpPr>
            <a:spLocks xmlns:a="http://schemas.openxmlformats.org/drawingml/2006/main" noGrp="1"/>
          </p:cNvSpPr>
          <p:nvPr/>
        </p:nvSpPr>
        <p:spPr>
          <a:xfrm xmlns:a="http://schemas.openxmlformats.org/drawingml/2006/main">
            <a:off x="685800" y="1905000"/>
            <a:ext cx="5219700" cy="314325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DBBDBF-9CD1-4237-BA98-8BC7572EC8C7}"/>
              </a:ext>
            </a:extLst>
          </p:cNvPr>
          <p:cNvSpPr>
            <a:spLocks xmlns:a="http://schemas.openxmlformats.org/drawingml/2006/main" noGrp="1"/>
          </p:cNvSpPr>
          <p:nvPr/>
        </p:nvSpPr>
        <p:spPr>
          <a:xfrm xmlns:a="http://schemas.openxmlformats.org/drawingml/2006/main">
            <a:off x="685800" y="1905000"/>
            <a:ext cx="47625" cy="314325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880338-7384-4DA0-9A9B-930CAAFD293E}"/>
              </a:ext>
            </a:extLst>
          </p:cNvPr>
          <p:cNvSpPr>
            <a:spLocks xmlns:a="http://schemas.openxmlformats.org/drawingml/2006/main" noGrp="1"/>
          </p:cNvSpPr>
          <p:nvPr/>
        </p:nvSpPr>
        <p:spPr>
          <a:xfrm xmlns:a="http://schemas.openxmlformats.org/drawingml/2006/main">
            <a:off x="914400" y="2095500"/>
            <a:ext cx="481965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D9E5F5"/>
                </a:solidFill>
              </a:defRPr>
            </a:pPr>
            <a:r>
              <a:rPr sz="1350" b="0">
                <a:solidFill>
                  <a:srgbClr val="D9E5F5"/>
                </a:solidFill>
              </a:rPr>
              <a:t>{</a:t>
            </a:r>
          </a:p>
          <a:p xmlns:a="http://schemas.openxmlformats.org/drawingml/2006/main">
            <a:pPr algn="l">
              <a:buNone/>
              <a:defRPr sz="1350" b="0">
                <a:solidFill>
                  <a:srgbClr val="D9E5F5"/>
                </a:solidFill>
              </a:defRPr>
            </a:pPr>
            <a:r>
              <a:rPr sz="1350" b="0">
                <a:solidFill>
                  <a:srgbClr val="D9E5F5"/>
                </a:solidFill>
              </a:rPr>
              <a:t>  "_id": "order-1042",</a:t>
            </a:r>
          </a:p>
          <a:p xmlns:a="http://schemas.openxmlformats.org/drawingml/2006/main">
            <a:pPr algn="l">
              <a:buNone/>
              <a:defRPr sz="1350" b="0">
                <a:solidFill>
                  <a:srgbClr val="D9E5F5"/>
                </a:solidFill>
              </a:defRPr>
            </a:pPr>
            <a:r>
              <a:rPr sz="1350" b="0">
                <a:solidFill>
                  <a:srgbClr val="D9E5F5"/>
                </a:solidFill>
              </a:rPr>
              <a:t>  "userId": "user-7",</a:t>
            </a:r>
          </a:p>
          <a:p xmlns:a="http://schemas.openxmlformats.org/drawingml/2006/main">
            <a:pPr algn="l">
              <a:buNone/>
              <a:defRPr sz="1350" b="0">
                <a:solidFill>
                  <a:srgbClr val="D9E5F5"/>
                </a:solidFill>
              </a:defRPr>
            </a:pPr>
            <a:r>
              <a:rPr sz="1350" b="0">
                <a:solidFill>
                  <a:srgbClr val="D9E5F5"/>
                </a:solidFill>
              </a:rPr>
              <a:t>  "items": [</a:t>
            </a:r>
          </a:p>
          <a:p xmlns:a="http://schemas.openxmlformats.org/drawingml/2006/main">
            <a:pPr algn="l">
              <a:buNone/>
              <a:defRPr sz="1350" b="0">
                <a:solidFill>
                  <a:srgbClr val="D9E5F5"/>
                </a:solidFill>
              </a:defRPr>
            </a:pPr>
            <a:r>
              <a:rPr sz="1350" b="0">
                <a:solidFill>
                  <a:srgbClr val="D9E5F5"/>
                </a:solidFill>
              </a:rPr>
              <a:t>    { "sku": "P12", "qty": 2 }</a:t>
            </a:r>
          </a:p>
          <a:p xmlns:a="http://schemas.openxmlformats.org/drawingml/2006/main">
            <a:pPr algn="l">
              <a:buNone/>
              <a:defRPr sz="1350" b="0">
                <a:solidFill>
                  <a:srgbClr val="D9E5F5"/>
                </a:solidFill>
              </a:defRPr>
            </a:pPr>
            <a:r>
              <a:rPr sz="1350" b="0">
                <a:solidFill>
                  <a:srgbClr val="D9E5F5"/>
                </a:solidFill>
              </a:rPr>
              <a:t>  ],</a:t>
            </a:r>
          </a:p>
          <a:p xmlns:a="http://schemas.openxmlformats.org/drawingml/2006/main">
            <a:pPr algn="l">
              <a:buNone/>
              <a:defRPr sz="1350" b="0">
                <a:solidFill>
                  <a:srgbClr val="D9E5F5"/>
                </a:solidFill>
              </a:defRPr>
            </a:pPr>
            <a:r>
              <a:rPr sz="1350" b="0">
                <a:solidFill>
                  <a:srgbClr val="D9E5F5"/>
                </a:solidFill>
              </a:rPr>
              <a:t>  "total": 450000,</a:t>
            </a:r>
          </a:p>
          <a:p xmlns:a="http://schemas.openxmlformats.org/drawingml/2006/main">
            <a:pPr algn="l">
              <a:buNone/>
              <a:defRPr sz="1350" b="0">
                <a:solidFill>
                  <a:srgbClr val="D9E5F5"/>
                </a:solidFill>
              </a:defRPr>
            </a:pPr>
            <a:r>
              <a:rPr sz="1350" b="0">
                <a:solidFill>
                  <a:srgbClr val="D9E5F5"/>
                </a:solidFill>
              </a:rPr>
              <a:t>  "status": "pending",</a:t>
            </a:r>
          </a:p>
          <a:p xmlns:a="http://schemas.openxmlformats.org/drawingml/2006/main">
            <a:pPr algn="l">
              <a:buNone/>
              <a:defRPr sz="1350" b="0">
                <a:solidFill>
                  <a:srgbClr val="D9E5F5"/>
                </a:solidFill>
              </a:defRPr>
            </a:pPr>
            <a:r>
              <a:rPr sz="1350" b="0">
                <a:solidFill>
                  <a:srgbClr val="D9E5F5"/>
                </a:solidFill>
              </a:rPr>
              <a:t>  "schemaVersion": 3</a:t>
            </a:r>
          </a:p>
          <a:p xmlns:a="http://schemas.openxmlformats.org/drawingml/2006/main">
            <a:pPr algn="l">
              <a:buNone/>
              <a:defRPr sz="1350" b="0">
                <a:solidFill>
                  <a:srgbClr val="D9E5F5"/>
                </a:solidFill>
              </a:defRPr>
            </a:pPr>
            <a:r>
              <a:rPr sz="1350" b="0">
                <a:solidFill>
                  <a:srgbClr val="D9E5F5"/>
                </a:solidFill>
              </a:rPr>
              <a:t>}</a:t>
            </a:r>
          </a:p>
        </p:txBody>
      </p:sp>
      <p:sp>
        <p:nvSpPr>
          <p:cNvPr id="10" name="">
            <a:extLst xmlns:a="http://schemas.openxmlformats.org/drawingml/2006/main">
              <a:ext uri="{FF2B5EF4-FFF2-40B4-BE49-F238E27FC236}">
                <a16:creationId xmlns:a16="http://schemas.microsoft.com/office/drawing/2014/main" id="{F93C147B-A6B5-4288-B082-79D0F0B057D8}"/>
              </a:ext>
            </a:extLst>
          </p:cNvPr>
          <p:cNvSpPr>
            <a:spLocks xmlns:a="http://schemas.openxmlformats.org/drawingml/2006/main" noGrp="1"/>
          </p:cNvSpPr>
          <p:nvPr/>
        </p:nvSpPr>
        <p:spPr>
          <a:xfrm xmlns:a="http://schemas.openxmlformats.org/drawingml/2006/main">
            <a:off x="6305550" y="180975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Cấu trúc document, field lồng nhau và mảng</a:t>
            </a:r>
          </a:p>
        </p:txBody>
      </p:sp>
      <p:sp>
        <p:nvSpPr>
          <p:cNvPr id="11" name="">
            <a:extLst xmlns:a="http://schemas.openxmlformats.org/drawingml/2006/main">
              <a:ext uri="{FF2B5EF4-FFF2-40B4-BE49-F238E27FC236}">
                <a16:creationId xmlns:a16="http://schemas.microsoft.com/office/drawing/2014/main" id="{23667D16-258F-4C6D-97C3-7C79419F09DD}"/>
              </a:ext>
            </a:extLst>
          </p:cNvPr>
          <p:cNvSpPr>
            <a:spLocks xmlns:a="http://schemas.openxmlformats.org/drawingml/2006/main" noGrp="1"/>
          </p:cNvSpPr>
          <p:nvPr/>
        </p:nvSpPr>
        <p:spPr>
          <a:xfrm xmlns:a="http://schemas.openxmlformats.org/drawingml/2006/main">
            <a:off x="6305550" y="2219325"/>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Reference do ứng dụng quản lý</a:t>
            </a:r>
          </a:p>
        </p:txBody>
      </p:sp>
      <p:sp>
        <p:nvSpPr>
          <p:cNvPr id="12" name="">
            <a:extLst xmlns:a="http://schemas.openxmlformats.org/drawingml/2006/main">
              <a:ext uri="{FF2B5EF4-FFF2-40B4-BE49-F238E27FC236}">
                <a16:creationId xmlns:a16="http://schemas.microsoft.com/office/drawing/2014/main" id="{E5C6CF52-6959-489C-84EF-227D645454B9}"/>
              </a:ext>
            </a:extLst>
          </p:cNvPr>
          <p:cNvSpPr>
            <a:spLocks xmlns:a="http://schemas.openxmlformats.org/drawingml/2006/main" noGrp="1"/>
          </p:cNvSpPr>
          <p:nvPr/>
        </p:nvSpPr>
        <p:spPr>
          <a:xfrm xmlns:a="http://schemas.openxmlformats.org/drawingml/2006/main">
            <a:off x="6305550" y="262890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Truy vấn và aggregation pipeline</a:t>
            </a:r>
          </a:p>
        </p:txBody>
      </p:sp>
      <p:sp>
        <p:nvSpPr>
          <p:cNvPr id="13" name="">
            <a:extLst xmlns:a="http://schemas.openxmlformats.org/drawingml/2006/main">
              <a:ext uri="{FF2B5EF4-FFF2-40B4-BE49-F238E27FC236}">
                <a16:creationId xmlns:a16="http://schemas.microsoft.com/office/drawing/2014/main" id="{CADD9728-05A9-4B2A-829C-6EA62E86016A}"/>
              </a:ext>
            </a:extLst>
          </p:cNvPr>
          <p:cNvSpPr>
            <a:spLocks xmlns:a="http://schemas.openxmlformats.org/drawingml/2006/main" noGrp="1"/>
          </p:cNvSpPr>
          <p:nvPr/>
        </p:nvSpPr>
        <p:spPr>
          <a:xfrm xmlns:a="http://schemas.openxmlformats.org/drawingml/2006/main">
            <a:off x="6305550" y="3038475"/>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Strong hoặc eventual consistency</a:t>
            </a:r>
          </a:p>
        </p:txBody>
      </p:sp>
      <p:sp>
        <p:nvSpPr>
          <p:cNvPr id="14" name="">
            <a:extLst xmlns:a="http://schemas.openxmlformats.org/drawingml/2006/main">
              <a:ext uri="{FF2B5EF4-FFF2-40B4-BE49-F238E27FC236}">
                <a16:creationId xmlns:a16="http://schemas.microsoft.com/office/drawing/2014/main" id="{E6954935-053B-49B2-98AC-1D453D83E2F7}"/>
              </a:ext>
            </a:extLst>
          </p:cNvPr>
          <p:cNvSpPr>
            <a:spLocks xmlns:a="http://schemas.openxmlformats.org/drawingml/2006/main" noGrp="1"/>
          </p:cNvSpPr>
          <p:nvPr/>
        </p:nvSpPr>
        <p:spPr>
          <a:xfrm xmlns:a="http://schemas.openxmlformats.org/drawingml/2006/main">
            <a:off x="6305550" y="344805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Partition key, shard và hot partition</a:t>
            </a:r>
          </a:p>
        </p:txBody>
      </p:sp>
      <p:sp>
        <p:nvSpPr>
          <p:cNvPr id="15" name="">
            <a:extLst xmlns:a="http://schemas.openxmlformats.org/drawingml/2006/main">
              <a:ext uri="{FF2B5EF4-FFF2-40B4-BE49-F238E27FC236}">
                <a16:creationId xmlns:a16="http://schemas.microsoft.com/office/drawing/2014/main" id="{F2DFD51F-EE83-411D-B0B8-E52D57877E0A}"/>
              </a:ext>
            </a:extLst>
          </p:cNvPr>
          <p:cNvSpPr>
            <a:spLocks xmlns:a="http://schemas.openxmlformats.org/drawingml/2006/main" noGrp="1"/>
          </p:cNvSpPr>
          <p:nvPr/>
        </p:nvSpPr>
        <p:spPr>
          <a:xfrm xmlns:a="http://schemas.openxmlformats.org/drawingml/2006/main">
            <a:off x="6305550" y="3857625"/>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Replication, retry và idempotency</a:t>
            </a:r>
          </a:p>
        </p:txBody>
      </p:sp>
      <p:sp>
        <p:nvSpPr>
          <p:cNvPr id="16" name="">
            <a:extLst xmlns:a="http://schemas.openxmlformats.org/drawingml/2006/main">
              <a:ext uri="{FF2B5EF4-FFF2-40B4-BE49-F238E27FC236}">
                <a16:creationId xmlns:a16="http://schemas.microsoft.com/office/drawing/2014/main" id="{12BA4382-1E8F-4746-BC3F-85B5C6E99445}"/>
              </a:ext>
            </a:extLst>
          </p:cNvPr>
          <p:cNvSpPr>
            <a:spLocks xmlns:a="http://schemas.openxmlformats.org/drawingml/2006/main" noGrp="1"/>
          </p:cNvSpPr>
          <p:nvPr/>
        </p:nvSpPr>
        <p:spPr>
          <a:xfrm xmlns:a="http://schemas.openxmlformats.org/drawingml/2006/main">
            <a:off x="6305550" y="426720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Nhiều phiên bản document cùng tồn tại</a:t>
            </a:r>
          </a:p>
        </p:txBody>
      </p:sp>
      <p:sp>
        <p:nvSpPr>
          <p:cNvPr id="17" name="">
            <a:extLst xmlns:a="http://schemas.openxmlformats.org/drawingml/2006/main">
              <a:ext uri="{FF2B5EF4-FFF2-40B4-BE49-F238E27FC236}">
                <a16:creationId xmlns:a16="http://schemas.microsoft.com/office/drawing/2014/main" id="{4B6855C2-85AD-4EFA-A377-26B5336D9B68}"/>
              </a:ext>
            </a:extLst>
          </p:cNvPr>
          <p:cNvSpPr>
            <a:spLocks xmlns:a="http://schemas.openxmlformats.org/drawingml/2006/main" noGrp="1"/>
          </p:cNvSpPr>
          <p:nvPr/>
        </p:nvSpPr>
        <p:spPr>
          <a:xfrm xmlns:a="http://schemas.openxmlformats.org/drawingml/2006/main">
            <a:off x="6305550" y="4895850"/>
            <a:ext cx="52006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8" name="">
            <a:extLst xmlns:a="http://schemas.openxmlformats.org/drawingml/2006/main">
              <a:ext uri="{FF2B5EF4-FFF2-40B4-BE49-F238E27FC236}">
                <a16:creationId xmlns:a16="http://schemas.microsoft.com/office/drawing/2014/main" id="{36E3CB2C-E432-44C8-83E5-52D083EBD8FA}"/>
              </a:ext>
            </a:extLst>
          </p:cNvPr>
          <p:cNvSpPr>
            <a:spLocks xmlns:a="http://schemas.openxmlformats.org/drawingml/2006/main" noGrp="1"/>
          </p:cNvSpPr>
          <p:nvPr/>
        </p:nvSpPr>
        <p:spPr>
          <a:xfrm xmlns:a="http://schemas.openxmlformats.org/drawingml/2006/main">
            <a:off x="6305550" y="4895850"/>
            <a:ext cx="520065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9F5CC7-8B76-4CFC-97A8-68458438934D}"/>
              </a:ext>
            </a:extLst>
          </p:cNvPr>
          <p:cNvSpPr>
            <a:spLocks xmlns:a="http://schemas.openxmlformats.org/drawingml/2006/main" noGrp="1"/>
          </p:cNvSpPr>
          <p:nvPr/>
        </p:nvSpPr>
        <p:spPr>
          <a:xfrm xmlns:a="http://schemas.openxmlformats.org/drawingml/2006/main">
            <a:off x="6477000" y="5095875"/>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72033"/>
                </a:solidFill>
              </a:defRPr>
            </a:pPr>
            <a:r>
              <a:rPr sz="1350" b="1">
                <a:solidFill>
                  <a:srgbClr val="172033"/>
                </a:solidFill>
              </a:rPr>
              <a:t>Không dùng sleep cố định: hãy retry có giới hạn và đặt timeout rõ ràng cho eventual consistency.</a:t>
            </a:r>
          </a:p>
        </p:txBody>
      </p:sp>
    </p:spTree>
    <p:extLst>
      <p:ext uri="{BB962C8B-B14F-4D97-AF65-F5344CB8AC3E}">
        <p14:creationId xmlns:p14="http://schemas.microsoft.com/office/powerpoint/2010/main" val="1956981042"/>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019C6C0-852D-4E1B-8CED-9D960CE9611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E777FA-F443-4F04-8A7D-FA65E288A097}"/>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RANH GIỚI CÔNG CỤ</a:t>
            </a:r>
          </a:p>
        </p:txBody>
      </p:sp>
      <p:sp>
        <p:nvSpPr>
          <p:cNvPr id="3" name="">
            <a:extLst xmlns:a="http://schemas.openxmlformats.org/drawingml/2006/main">
              <a:ext uri="{FF2B5EF4-FFF2-40B4-BE49-F238E27FC236}">
                <a16:creationId xmlns:a16="http://schemas.microsoft.com/office/drawing/2014/main" id="{A5584CE4-F50D-4222-B973-4A4505AC8D20}"/>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Ba công cụ giải quyết ba công việc khác nhau</a:t>
            </a:r>
          </a:p>
        </p:txBody>
      </p:sp>
      <p:sp>
        <p:nvSpPr>
          <p:cNvPr id="4" name="">
            <a:extLst xmlns:a="http://schemas.openxmlformats.org/drawingml/2006/main">
              <a:ext uri="{FF2B5EF4-FFF2-40B4-BE49-F238E27FC236}">
                <a16:creationId xmlns:a16="http://schemas.microsoft.com/office/drawing/2014/main" id="{5BAA4F8A-951A-476F-A158-558079159836}"/>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Phạm vi</a:t>
            </a:r>
          </a:p>
        </p:txBody>
      </p:sp>
      <p:sp>
        <p:nvSpPr>
          <p:cNvPr id="5" name="">
            <a:extLst xmlns:a="http://schemas.openxmlformats.org/drawingml/2006/main">
              <a:ext uri="{FF2B5EF4-FFF2-40B4-BE49-F238E27FC236}">
                <a16:creationId xmlns:a16="http://schemas.microsoft.com/office/drawing/2014/main" id="{B3B8B0A0-C505-4C2F-9881-480B6414F192}"/>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6 / 15</a:t>
            </a:r>
          </a:p>
        </p:txBody>
      </p:sp>
      <p:sp>
        <p:nvSpPr>
          <p:cNvPr id="6" name="">
            <a:extLst xmlns:a="http://schemas.openxmlformats.org/drawingml/2006/main">
              <a:ext uri="{FF2B5EF4-FFF2-40B4-BE49-F238E27FC236}">
                <a16:creationId xmlns:a16="http://schemas.microsoft.com/office/drawing/2014/main" id="{E1236227-EA3E-491F-BDC9-19A65CE42CA3}"/>
              </a:ext>
            </a:extLst>
          </p:cNvPr>
          <p:cNvSpPr>
            <a:spLocks xmlns:a="http://schemas.openxmlformats.org/drawingml/2006/main" noGrp="1"/>
          </p:cNvSpPr>
          <p:nvPr/>
        </p:nvSpPr>
        <p:spPr>
          <a:xfrm xmlns:a="http://schemas.openxmlformats.org/drawingml/2006/main">
            <a:off x="0" y="6810375"/>
            <a:ext cx="56292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89BBB44-C383-49E7-AE8C-7D3AC47ED7AC}"/>
              </a:ext>
            </a:extLst>
          </p:cNvPr>
          <p:cNvSpPr>
            <a:spLocks xmlns:a="http://schemas.openxmlformats.org/drawingml/2006/main" noGrp="1"/>
          </p:cNvSpPr>
          <p:nvPr/>
        </p:nvSpPr>
        <p:spPr>
          <a:xfrm xmlns:a="http://schemas.openxmlformats.org/drawingml/2006/main">
            <a:off x="685800" y="1857375"/>
            <a:ext cx="171450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AAF5E4A7-8C60-4603-B9B9-61C429A2029C}"/>
              </a:ext>
            </a:extLst>
          </p:cNvPr>
          <p:cNvSpPr>
            <a:spLocks xmlns:a="http://schemas.openxmlformats.org/drawingml/2006/main" noGrp="1"/>
          </p:cNvSpPr>
          <p:nvPr/>
        </p:nvSpPr>
        <p:spPr>
          <a:xfrm xmlns:a="http://schemas.openxmlformats.org/drawingml/2006/main">
            <a:off x="781050" y="19335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Công cụ</a:t>
            </a:r>
          </a:p>
        </p:txBody>
      </p:sp>
      <p:sp>
        <p:nvSpPr>
          <p:cNvPr id="9" name="">
            <a:extLst xmlns:a="http://schemas.openxmlformats.org/drawingml/2006/main">
              <a:ext uri="{FF2B5EF4-FFF2-40B4-BE49-F238E27FC236}">
                <a16:creationId xmlns:a16="http://schemas.microsoft.com/office/drawing/2014/main" id="{624B3FA8-7755-4908-9E1E-E4E533E272BD}"/>
              </a:ext>
            </a:extLst>
          </p:cNvPr>
          <p:cNvSpPr>
            <a:spLocks xmlns:a="http://schemas.openxmlformats.org/drawingml/2006/main" noGrp="1"/>
          </p:cNvSpPr>
          <p:nvPr/>
        </p:nvSpPr>
        <p:spPr>
          <a:xfrm xmlns:a="http://schemas.openxmlformats.org/drawingml/2006/main">
            <a:off x="2400300" y="1857375"/>
            <a:ext cx="238125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10" name="">
            <a:extLst xmlns:a="http://schemas.openxmlformats.org/drawingml/2006/main">
              <a:ext uri="{FF2B5EF4-FFF2-40B4-BE49-F238E27FC236}">
                <a16:creationId xmlns:a16="http://schemas.microsoft.com/office/drawing/2014/main" id="{23994CB9-EC09-40BA-93B4-1FCF7A177E95}"/>
              </a:ext>
            </a:extLst>
          </p:cNvPr>
          <p:cNvSpPr>
            <a:spLocks xmlns:a="http://schemas.openxmlformats.org/drawingml/2006/main" noGrp="1"/>
          </p:cNvSpPr>
          <p:nvPr/>
        </p:nvSpPr>
        <p:spPr>
          <a:xfrm xmlns:a="http://schemas.openxmlformats.org/drawingml/2006/main">
            <a:off x="2495550" y="19335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CSDL quan hệ</a:t>
            </a:r>
          </a:p>
        </p:txBody>
      </p:sp>
      <p:sp>
        <p:nvSpPr>
          <p:cNvPr id="11" name="">
            <a:extLst xmlns:a="http://schemas.openxmlformats.org/drawingml/2006/main">
              <a:ext uri="{FF2B5EF4-FFF2-40B4-BE49-F238E27FC236}">
                <a16:creationId xmlns:a16="http://schemas.microsoft.com/office/drawing/2014/main" id="{B39FE9D6-DDD1-47BA-BDF4-7DD7C06F5873}"/>
              </a:ext>
            </a:extLst>
          </p:cNvPr>
          <p:cNvSpPr>
            <a:spLocks xmlns:a="http://schemas.openxmlformats.org/drawingml/2006/main" noGrp="1"/>
          </p:cNvSpPr>
          <p:nvPr/>
        </p:nvSpPr>
        <p:spPr>
          <a:xfrm xmlns:a="http://schemas.openxmlformats.org/drawingml/2006/main">
            <a:off x="4781550" y="1857375"/>
            <a:ext cx="285750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CC88E987-2D82-441D-8DC9-0242C5D05FC2}"/>
              </a:ext>
            </a:extLst>
          </p:cNvPr>
          <p:cNvSpPr>
            <a:spLocks xmlns:a="http://schemas.openxmlformats.org/drawingml/2006/main" noGrp="1"/>
          </p:cNvSpPr>
          <p:nvPr/>
        </p:nvSpPr>
        <p:spPr>
          <a:xfrm xmlns:a="http://schemas.openxmlformats.org/drawingml/2006/main">
            <a:off x="4876800" y="193357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NoSQL</a:t>
            </a:r>
          </a:p>
        </p:txBody>
      </p:sp>
      <p:sp>
        <p:nvSpPr>
          <p:cNvPr id="13" name="">
            <a:extLst xmlns:a="http://schemas.openxmlformats.org/drawingml/2006/main">
              <a:ext uri="{FF2B5EF4-FFF2-40B4-BE49-F238E27FC236}">
                <a16:creationId xmlns:a16="http://schemas.microsoft.com/office/drawing/2014/main" id="{7224C0D7-73F0-4879-8D26-9B32E72A6DD6}"/>
              </a:ext>
            </a:extLst>
          </p:cNvPr>
          <p:cNvSpPr>
            <a:spLocks xmlns:a="http://schemas.openxmlformats.org/drawingml/2006/main" noGrp="1"/>
          </p:cNvSpPr>
          <p:nvPr/>
        </p:nvSpPr>
        <p:spPr>
          <a:xfrm xmlns:a="http://schemas.openxmlformats.org/drawingml/2006/main">
            <a:off x="7639050" y="1857375"/>
            <a:ext cx="386715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FD89DEA1-609D-4BB2-84C4-FCB6CD2C449D}"/>
              </a:ext>
            </a:extLst>
          </p:cNvPr>
          <p:cNvSpPr>
            <a:spLocks xmlns:a="http://schemas.openxmlformats.org/drawingml/2006/main" noGrp="1"/>
          </p:cNvSpPr>
          <p:nvPr/>
        </p:nvSpPr>
        <p:spPr>
          <a:xfrm xmlns:a="http://schemas.openxmlformats.org/drawingml/2006/main">
            <a:off x="7734300" y="1933575"/>
            <a:ext cx="3676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Kết quả chính</a:t>
            </a:r>
          </a:p>
        </p:txBody>
      </p:sp>
      <p:sp>
        <p:nvSpPr>
          <p:cNvPr id="15" name="">
            <a:extLst xmlns:a="http://schemas.openxmlformats.org/drawingml/2006/main">
              <a:ext uri="{FF2B5EF4-FFF2-40B4-BE49-F238E27FC236}">
                <a16:creationId xmlns:a16="http://schemas.microsoft.com/office/drawing/2014/main" id="{4D00BE8E-9EAD-4970-83DF-1FF95AB1B09F}"/>
              </a:ext>
            </a:extLst>
          </p:cNvPr>
          <p:cNvSpPr>
            <a:spLocks xmlns:a="http://schemas.openxmlformats.org/drawingml/2006/main" noGrp="1"/>
          </p:cNvSpPr>
          <p:nvPr/>
        </p:nvSpPr>
        <p:spPr>
          <a:xfrm xmlns:a="http://schemas.openxmlformats.org/drawingml/2006/main">
            <a:off x="685800" y="2314575"/>
            <a:ext cx="1714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7A3F30D3-C2C2-4EB7-B215-926BFC4DE244}"/>
              </a:ext>
            </a:extLst>
          </p:cNvPr>
          <p:cNvSpPr>
            <a:spLocks xmlns:a="http://schemas.openxmlformats.org/drawingml/2006/main" noGrp="1"/>
          </p:cNvSpPr>
          <p:nvPr/>
        </p:nvSpPr>
        <p:spPr>
          <a:xfrm xmlns:a="http://schemas.openxmlformats.org/drawingml/2006/main">
            <a:off x="781050" y="2390775"/>
            <a:ext cx="152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DbUnit</a:t>
            </a:r>
          </a:p>
        </p:txBody>
      </p:sp>
      <p:sp>
        <p:nvSpPr>
          <p:cNvPr id="17" name="">
            <a:extLst xmlns:a="http://schemas.openxmlformats.org/drawingml/2006/main">
              <a:ext uri="{FF2B5EF4-FFF2-40B4-BE49-F238E27FC236}">
                <a16:creationId xmlns:a16="http://schemas.microsoft.com/office/drawing/2014/main" id="{4CDF8854-0FFF-455B-A004-2C7A2D71DCC4}"/>
              </a:ext>
            </a:extLst>
          </p:cNvPr>
          <p:cNvSpPr>
            <a:spLocks xmlns:a="http://schemas.openxmlformats.org/drawingml/2006/main" noGrp="1"/>
          </p:cNvSpPr>
          <p:nvPr/>
        </p:nvSpPr>
        <p:spPr>
          <a:xfrm xmlns:a="http://schemas.openxmlformats.org/drawingml/2006/main">
            <a:off x="2400300" y="2314575"/>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8" name="">
            <a:extLst xmlns:a="http://schemas.openxmlformats.org/drawingml/2006/main">
              <a:ext uri="{FF2B5EF4-FFF2-40B4-BE49-F238E27FC236}">
                <a16:creationId xmlns:a16="http://schemas.microsoft.com/office/drawing/2014/main" id="{60D827CE-B804-4277-9366-53A41ECC673D}"/>
              </a:ext>
            </a:extLst>
          </p:cNvPr>
          <p:cNvSpPr>
            <a:spLocks xmlns:a="http://schemas.openxmlformats.org/drawingml/2006/main" noGrp="1"/>
          </p:cNvSpPr>
          <p:nvPr/>
        </p:nvSpPr>
        <p:spPr>
          <a:xfrm xmlns:a="http://schemas.openxmlformats.org/drawingml/2006/main">
            <a:off x="2495550" y="2390775"/>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Hỗ trợ qua JDBC</a:t>
            </a:r>
          </a:p>
        </p:txBody>
      </p:sp>
      <p:sp>
        <p:nvSpPr>
          <p:cNvPr id="19" name="">
            <a:extLst xmlns:a="http://schemas.openxmlformats.org/drawingml/2006/main">
              <a:ext uri="{FF2B5EF4-FFF2-40B4-BE49-F238E27FC236}">
                <a16:creationId xmlns:a16="http://schemas.microsoft.com/office/drawing/2014/main" id="{4E8CF08F-E2C5-4784-85AE-B828B91C42A6}"/>
              </a:ext>
            </a:extLst>
          </p:cNvPr>
          <p:cNvSpPr>
            <a:spLocks xmlns:a="http://schemas.openxmlformats.org/drawingml/2006/main" noGrp="1"/>
          </p:cNvSpPr>
          <p:nvPr/>
        </p:nvSpPr>
        <p:spPr>
          <a:xfrm xmlns:a="http://schemas.openxmlformats.org/drawingml/2006/main">
            <a:off x="4781550" y="231457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AC53E943-B511-4A0D-8AED-431077F5B032}"/>
              </a:ext>
            </a:extLst>
          </p:cNvPr>
          <p:cNvSpPr>
            <a:spLocks xmlns:a="http://schemas.openxmlformats.org/drawingml/2006/main" noGrp="1"/>
          </p:cNvSpPr>
          <p:nvPr/>
        </p:nvSpPr>
        <p:spPr>
          <a:xfrm xmlns:a="http://schemas.openxmlformats.org/drawingml/2006/main">
            <a:off x="4876800" y="239077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Không hỗ trợ native</a:t>
            </a:r>
          </a:p>
        </p:txBody>
      </p:sp>
      <p:sp>
        <p:nvSpPr>
          <p:cNvPr id="21" name="">
            <a:extLst xmlns:a="http://schemas.openxmlformats.org/drawingml/2006/main">
              <a:ext uri="{FF2B5EF4-FFF2-40B4-BE49-F238E27FC236}">
                <a16:creationId xmlns:a16="http://schemas.microsoft.com/office/drawing/2014/main" id="{ED372280-F243-48D6-B2B3-0E3EBE25BFA3}"/>
              </a:ext>
            </a:extLst>
          </p:cNvPr>
          <p:cNvSpPr>
            <a:spLocks xmlns:a="http://schemas.openxmlformats.org/drawingml/2006/main" noGrp="1"/>
          </p:cNvSpPr>
          <p:nvPr/>
        </p:nvSpPr>
        <p:spPr>
          <a:xfrm xmlns:a="http://schemas.openxmlformats.org/drawingml/2006/main">
            <a:off x="7639050" y="2314575"/>
            <a:ext cx="3867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2" name="">
            <a:extLst xmlns:a="http://schemas.openxmlformats.org/drawingml/2006/main">
              <a:ext uri="{FF2B5EF4-FFF2-40B4-BE49-F238E27FC236}">
                <a16:creationId xmlns:a16="http://schemas.microsoft.com/office/drawing/2014/main" id="{2D909B09-90B9-4DC7-B0FB-83B869B1A7C7}"/>
              </a:ext>
            </a:extLst>
          </p:cNvPr>
          <p:cNvSpPr>
            <a:spLocks xmlns:a="http://schemas.openxmlformats.org/drawingml/2006/main" noGrp="1"/>
          </p:cNvSpPr>
          <p:nvPr/>
        </p:nvSpPr>
        <p:spPr>
          <a:xfrm xmlns:a="http://schemas.openxmlformats.org/drawingml/2006/main">
            <a:off x="7734300" y="2390775"/>
            <a:ext cx="3676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Dataset và assertion lặp lại được</a:t>
            </a:r>
          </a:p>
        </p:txBody>
      </p:sp>
      <p:sp>
        <p:nvSpPr>
          <p:cNvPr id="23" name="">
            <a:extLst xmlns:a="http://schemas.openxmlformats.org/drawingml/2006/main">
              <a:ext uri="{FF2B5EF4-FFF2-40B4-BE49-F238E27FC236}">
                <a16:creationId xmlns:a16="http://schemas.microsoft.com/office/drawing/2014/main" id="{27F2E369-DE85-4A25-BF44-75176658126C}"/>
              </a:ext>
            </a:extLst>
          </p:cNvPr>
          <p:cNvSpPr>
            <a:spLocks xmlns:a="http://schemas.openxmlformats.org/drawingml/2006/main" noGrp="1"/>
          </p:cNvSpPr>
          <p:nvPr/>
        </p:nvSpPr>
        <p:spPr>
          <a:xfrm xmlns:a="http://schemas.openxmlformats.org/drawingml/2006/main">
            <a:off x="685800" y="3057525"/>
            <a:ext cx="1714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4" name="">
            <a:extLst xmlns:a="http://schemas.openxmlformats.org/drawingml/2006/main">
              <a:ext uri="{FF2B5EF4-FFF2-40B4-BE49-F238E27FC236}">
                <a16:creationId xmlns:a16="http://schemas.microsoft.com/office/drawing/2014/main" id="{C2F2DA6E-B316-4988-853C-9EC1B9097FB4}"/>
              </a:ext>
            </a:extLst>
          </p:cNvPr>
          <p:cNvSpPr>
            <a:spLocks xmlns:a="http://schemas.openxmlformats.org/drawingml/2006/main" noGrp="1"/>
          </p:cNvSpPr>
          <p:nvPr/>
        </p:nvSpPr>
        <p:spPr>
          <a:xfrm xmlns:a="http://schemas.openxmlformats.org/drawingml/2006/main">
            <a:off x="781050" y="3133725"/>
            <a:ext cx="152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Database Rider</a:t>
            </a:r>
          </a:p>
        </p:txBody>
      </p:sp>
      <p:sp>
        <p:nvSpPr>
          <p:cNvPr id="25" name="">
            <a:extLst xmlns:a="http://schemas.openxmlformats.org/drawingml/2006/main">
              <a:ext uri="{FF2B5EF4-FFF2-40B4-BE49-F238E27FC236}">
                <a16:creationId xmlns:a16="http://schemas.microsoft.com/office/drawing/2014/main" id="{EF03F761-F3CD-4617-AA98-D452A98C4383}"/>
              </a:ext>
            </a:extLst>
          </p:cNvPr>
          <p:cNvSpPr>
            <a:spLocks xmlns:a="http://schemas.openxmlformats.org/drawingml/2006/main" noGrp="1"/>
          </p:cNvSpPr>
          <p:nvPr/>
        </p:nvSpPr>
        <p:spPr>
          <a:xfrm xmlns:a="http://schemas.openxmlformats.org/drawingml/2006/main">
            <a:off x="2400300" y="3057525"/>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6" name="">
            <a:extLst xmlns:a="http://schemas.openxmlformats.org/drawingml/2006/main">
              <a:ext uri="{FF2B5EF4-FFF2-40B4-BE49-F238E27FC236}">
                <a16:creationId xmlns:a16="http://schemas.microsoft.com/office/drawing/2014/main" id="{4EAB4276-597C-4404-B68E-3DC27C20FAA5}"/>
              </a:ext>
            </a:extLst>
          </p:cNvPr>
          <p:cNvSpPr>
            <a:spLocks xmlns:a="http://schemas.openxmlformats.org/drawingml/2006/main" noGrp="1"/>
          </p:cNvSpPr>
          <p:nvPr/>
        </p:nvSpPr>
        <p:spPr>
          <a:xfrm xmlns:a="http://schemas.openxmlformats.org/drawingml/2006/main">
            <a:off x="2495550" y="3133725"/>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Hỗ trợ qua DbUnit</a:t>
            </a:r>
          </a:p>
        </p:txBody>
      </p:sp>
      <p:sp>
        <p:nvSpPr>
          <p:cNvPr id="27" name="">
            <a:extLst xmlns:a="http://schemas.openxmlformats.org/drawingml/2006/main">
              <a:ext uri="{FF2B5EF4-FFF2-40B4-BE49-F238E27FC236}">
                <a16:creationId xmlns:a16="http://schemas.microsoft.com/office/drawing/2014/main" id="{2464C7CB-407B-4F53-8AB3-C48AD9A64971}"/>
              </a:ext>
            </a:extLst>
          </p:cNvPr>
          <p:cNvSpPr>
            <a:spLocks xmlns:a="http://schemas.openxmlformats.org/drawingml/2006/main" noGrp="1"/>
          </p:cNvSpPr>
          <p:nvPr/>
        </p:nvSpPr>
        <p:spPr>
          <a:xfrm xmlns:a="http://schemas.openxmlformats.org/drawingml/2006/main">
            <a:off x="4781550" y="305752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8" name="">
            <a:extLst xmlns:a="http://schemas.openxmlformats.org/drawingml/2006/main">
              <a:ext uri="{FF2B5EF4-FFF2-40B4-BE49-F238E27FC236}">
                <a16:creationId xmlns:a16="http://schemas.microsoft.com/office/drawing/2014/main" id="{5B18E34C-C934-41E3-84A4-A757645B9493}"/>
              </a:ext>
            </a:extLst>
          </p:cNvPr>
          <p:cNvSpPr>
            <a:spLocks xmlns:a="http://schemas.openxmlformats.org/drawingml/2006/main" noGrp="1"/>
          </p:cNvSpPr>
          <p:nvPr/>
        </p:nvSpPr>
        <p:spPr>
          <a:xfrm xmlns:a="http://schemas.openxmlformats.org/drawingml/2006/main">
            <a:off x="4876800" y="313372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Không hỗ trợ native</a:t>
            </a:r>
          </a:p>
        </p:txBody>
      </p:sp>
      <p:sp>
        <p:nvSpPr>
          <p:cNvPr id="29" name="">
            <a:extLst xmlns:a="http://schemas.openxmlformats.org/drawingml/2006/main">
              <a:ext uri="{FF2B5EF4-FFF2-40B4-BE49-F238E27FC236}">
                <a16:creationId xmlns:a16="http://schemas.microsoft.com/office/drawing/2014/main" id="{34A4B0C0-C688-4D87-91BB-9DC5EAD992C5}"/>
              </a:ext>
            </a:extLst>
          </p:cNvPr>
          <p:cNvSpPr>
            <a:spLocks xmlns:a="http://schemas.openxmlformats.org/drawingml/2006/main" noGrp="1"/>
          </p:cNvSpPr>
          <p:nvPr/>
        </p:nvSpPr>
        <p:spPr>
          <a:xfrm xmlns:a="http://schemas.openxmlformats.org/drawingml/2006/main">
            <a:off x="7639050" y="3057525"/>
            <a:ext cx="3867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0" name="">
            <a:extLst xmlns:a="http://schemas.openxmlformats.org/drawingml/2006/main">
              <a:ext uri="{FF2B5EF4-FFF2-40B4-BE49-F238E27FC236}">
                <a16:creationId xmlns:a16="http://schemas.microsoft.com/office/drawing/2014/main" id="{EE38D5BB-8385-4629-80E5-AB25578C85DF}"/>
              </a:ext>
            </a:extLst>
          </p:cNvPr>
          <p:cNvSpPr>
            <a:spLocks xmlns:a="http://schemas.openxmlformats.org/drawingml/2006/main" noGrp="1"/>
          </p:cNvSpPr>
          <p:nvPr/>
        </p:nvSpPr>
        <p:spPr>
          <a:xfrm xmlns:a="http://schemas.openxmlformats.org/drawingml/2006/main">
            <a:off x="7734300" y="3133725"/>
            <a:ext cx="3676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Test annotation dễ bảo trì</a:t>
            </a:r>
          </a:p>
        </p:txBody>
      </p:sp>
      <p:sp>
        <p:nvSpPr>
          <p:cNvPr id="31" name="">
            <a:extLst xmlns:a="http://schemas.openxmlformats.org/drawingml/2006/main">
              <a:ext uri="{FF2B5EF4-FFF2-40B4-BE49-F238E27FC236}">
                <a16:creationId xmlns:a16="http://schemas.microsoft.com/office/drawing/2014/main" id="{3EA03C9C-57CF-463F-8ED0-7181098FA1AD}"/>
              </a:ext>
            </a:extLst>
          </p:cNvPr>
          <p:cNvSpPr>
            <a:spLocks xmlns:a="http://schemas.openxmlformats.org/drawingml/2006/main" noGrp="1"/>
          </p:cNvSpPr>
          <p:nvPr/>
        </p:nvSpPr>
        <p:spPr>
          <a:xfrm xmlns:a="http://schemas.openxmlformats.org/drawingml/2006/main">
            <a:off x="685800" y="3800475"/>
            <a:ext cx="1714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2" name="">
            <a:extLst xmlns:a="http://schemas.openxmlformats.org/drawingml/2006/main">
              <a:ext uri="{FF2B5EF4-FFF2-40B4-BE49-F238E27FC236}">
                <a16:creationId xmlns:a16="http://schemas.microsoft.com/office/drawing/2014/main" id="{428F19C4-5EEF-42DF-ADAB-85BDD9717E17}"/>
              </a:ext>
            </a:extLst>
          </p:cNvPr>
          <p:cNvSpPr>
            <a:spLocks xmlns:a="http://schemas.openxmlformats.org/drawingml/2006/main" noGrp="1"/>
          </p:cNvSpPr>
          <p:nvPr/>
        </p:nvSpPr>
        <p:spPr>
          <a:xfrm xmlns:a="http://schemas.openxmlformats.org/drawingml/2006/main">
            <a:off x="781050" y="3876675"/>
            <a:ext cx="152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Tonic Structural</a:t>
            </a:r>
          </a:p>
        </p:txBody>
      </p:sp>
      <p:sp>
        <p:nvSpPr>
          <p:cNvPr id="33" name="">
            <a:extLst xmlns:a="http://schemas.openxmlformats.org/drawingml/2006/main">
              <a:ext uri="{FF2B5EF4-FFF2-40B4-BE49-F238E27FC236}">
                <a16:creationId xmlns:a16="http://schemas.microsoft.com/office/drawing/2014/main" id="{5082F7CD-E072-460C-8593-6B88FD15D618}"/>
              </a:ext>
            </a:extLst>
          </p:cNvPr>
          <p:cNvSpPr>
            <a:spLocks xmlns:a="http://schemas.openxmlformats.org/drawingml/2006/main" noGrp="1"/>
          </p:cNvSpPr>
          <p:nvPr/>
        </p:nvSpPr>
        <p:spPr>
          <a:xfrm xmlns:a="http://schemas.openxmlformats.org/drawingml/2006/main">
            <a:off x="2400300" y="3800475"/>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4" name="">
            <a:extLst xmlns:a="http://schemas.openxmlformats.org/drawingml/2006/main">
              <a:ext uri="{FF2B5EF4-FFF2-40B4-BE49-F238E27FC236}">
                <a16:creationId xmlns:a16="http://schemas.microsoft.com/office/drawing/2014/main" id="{B38B6574-8B27-4D62-8CC2-16150BD8879F}"/>
              </a:ext>
            </a:extLst>
          </p:cNvPr>
          <p:cNvSpPr>
            <a:spLocks xmlns:a="http://schemas.openxmlformats.org/drawingml/2006/main" noGrp="1"/>
          </p:cNvSpPr>
          <p:nvPr/>
        </p:nvSpPr>
        <p:spPr>
          <a:xfrm xmlns:a="http://schemas.openxmlformats.org/drawingml/2006/main">
            <a:off x="2495550" y="3876675"/>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Có connector hỗ trợ</a:t>
            </a:r>
          </a:p>
        </p:txBody>
      </p:sp>
      <p:sp>
        <p:nvSpPr>
          <p:cNvPr id="35" name="">
            <a:extLst xmlns:a="http://schemas.openxmlformats.org/drawingml/2006/main">
              <a:ext uri="{FF2B5EF4-FFF2-40B4-BE49-F238E27FC236}">
                <a16:creationId xmlns:a16="http://schemas.microsoft.com/office/drawing/2014/main" id="{48972F0B-76C3-422B-94AD-EF9DED2F0AA8}"/>
              </a:ext>
            </a:extLst>
          </p:cNvPr>
          <p:cNvSpPr>
            <a:spLocks xmlns:a="http://schemas.openxmlformats.org/drawingml/2006/main" noGrp="1"/>
          </p:cNvSpPr>
          <p:nvPr/>
        </p:nvSpPr>
        <p:spPr>
          <a:xfrm xmlns:a="http://schemas.openxmlformats.org/drawingml/2006/main">
            <a:off x="4781550" y="380047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6" name="">
            <a:extLst xmlns:a="http://schemas.openxmlformats.org/drawingml/2006/main">
              <a:ext uri="{FF2B5EF4-FFF2-40B4-BE49-F238E27FC236}">
                <a16:creationId xmlns:a16="http://schemas.microsoft.com/office/drawing/2014/main" id="{38668AD6-C05E-48E7-AC26-5E4A7C57B2CE}"/>
              </a:ext>
            </a:extLst>
          </p:cNvPr>
          <p:cNvSpPr>
            <a:spLocks xmlns:a="http://schemas.openxmlformats.org/drawingml/2006/main" noGrp="1"/>
          </p:cNvSpPr>
          <p:nvPr/>
        </p:nvSpPr>
        <p:spPr>
          <a:xfrm xmlns:a="http://schemas.openxmlformats.org/drawingml/2006/main">
            <a:off x="4876800" y="387667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MongoDB, DynamoDB</a:t>
            </a:r>
          </a:p>
        </p:txBody>
      </p:sp>
      <p:sp>
        <p:nvSpPr>
          <p:cNvPr id="37" name="">
            <a:extLst xmlns:a="http://schemas.openxmlformats.org/drawingml/2006/main">
              <a:ext uri="{FF2B5EF4-FFF2-40B4-BE49-F238E27FC236}">
                <a16:creationId xmlns:a16="http://schemas.microsoft.com/office/drawing/2014/main" id="{1CE5753F-874A-437F-A23B-069D2A910EE9}"/>
              </a:ext>
            </a:extLst>
          </p:cNvPr>
          <p:cNvSpPr>
            <a:spLocks xmlns:a="http://schemas.openxmlformats.org/drawingml/2006/main" noGrp="1"/>
          </p:cNvSpPr>
          <p:nvPr/>
        </p:nvSpPr>
        <p:spPr>
          <a:xfrm xmlns:a="http://schemas.openxmlformats.org/drawingml/2006/main">
            <a:off x="7639050" y="3800475"/>
            <a:ext cx="3867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8" name="">
            <a:extLst xmlns:a="http://schemas.openxmlformats.org/drawingml/2006/main">
              <a:ext uri="{FF2B5EF4-FFF2-40B4-BE49-F238E27FC236}">
                <a16:creationId xmlns:a16="http://schemas.microsoft.com/office/drawing/2014/main" id="{3DACFA76-089F-4E00-81B8-671F5018060E}"/>
              </a:ext>
            </a:extLst>
          </p:cNvPr>
          <p:cNvSpPr>
            <a:spLocks xmlns:a="http://schemas.openxmlformats.org/drawingml/2006/main" noGrp="1"/>
          </p:cNvSpPr>
          <p:nvPr/>
        </p:nvSpPr>
        <p:spPr>
          <a:xfrm xmlns:a="http://schemas.openxmlformats.org/drawingml/2006/main">
            <a:off x="7734300" y="3876675"/>
            <a:ext cx="3676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Dữ liệu được tạo hoặc che giấu</a:t>
            </a:r>
          </a:p>
        </p:txBody>
      </p:sp>
      <p:sp>
        <p:nvSpPr>
          <p:cNvPr id="39" name="">
            <a:extLst xmlns:a="http://schemas.openxmlformats.org/drawingml/2006/main">
              <a:ext uri="{FF2B5EF4-FFF2-40B4-BE49-F238E27FC236}">
                <a16:creationId xmlns:a16="http://schemas.microsoft.com/office/drawing/2014/main" id="{7B523F28-6EA1-4DE9-9724-5944EE22F105}"/>
              </a:ext>
            </a:extLst>
          </p:cNvPr>
          <p:cNvSpPr>
            <a:spLocks xmlns:a="http://schemas.openxmlformats.org/drawingml/2006/main" noGrp="1"/>
          </p:cNvSpPr>
          <p:nvPr/>
        </p:nvSpPr>
        <p:spPr>
          <a:xfrm xmlns:a="http://schemas.openxmlformats.org/drawingml/2006/main">
            <a:off x="685800" y="4857750"/>
            <a:ext cx="57150" cy="8001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610CA7F-B156-4E77-BC45-8D6A95762FAE}"/>
              </a:ext>
            </a:extLst>
          </p:cNvPr>
          <p:cNvSpPr>
            <a:spLocks xmlns:a="http://schemas.openxmlformats.org/drawingml/2006/main" noGrp="1"/>
          </p:cNvSpPr>
          <p:nvPr/>
        </p:nvSpPr>
        <p:spPr>
          <a:xfrm xmlns:a="http://schemas.openxmlformats.org/drawingml/2006/main">
            <a:off x="971550" y="49530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123B67"/>
                </a:solidFill>
              </a:defRPr>
            </a:pPr>
            <a:r>
              <a:rPr sz="2100" b="0">
                <a:solidFill>
                  <a:srgbClr val="123B67"/>
                </a:solidFill>
              </a:rPr>
              <a:t>Tonic chuẩn bị dữ liệu. Một framework kiểm thử riêng vẫn phải chứng minh ứng dụng hoạt động đúng.</a:t>
            </a:r>
          </a:p>
        </p:txBody>
      </p:sp>
      <p:sp>
        <p:nvSpPr>
          <p:cNvPr id="41" name="">
            <a:extLst xmlns:a="http://schemas.openxmlformats.org/drawingml/2006/main">
              <a:ext uri="{FF2B5EF4-FFF2-40B4-BE49-F238E27FC236}">
                <a16:creationId xmlns:a16="http://schemas.microsoft.com/office/drawing/2014/main" id="{75239EFC-306B-49C6-BE51-59B1FE75FFEC}"/>
              </a:ext>
            </a:extLst>
          </p:cNvPr>
          <p:cNvSpPr>
            <a:spLocks xmlns:a="http://schemas.openxmlformats.org/drawingml/2006/main" noGrp="1"/>
          </p:cNvSpPr>
          <p:nvPr/>
        </p:nvSpPr>
        <p:spPr>
          <a:xfrm xmlns:a="http://schemas.openxmlformats.org/drawingml/2006/main">
            <a:off x="685800" y="604837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526579"/>
                </a:solidFill>
              </a:defRPr>
            </a:pPr>
            <a:r>
              <a:rPr sz="975" b="0">
                <a:solidFill>
                  <a:srgbClr val="526579"/>
                </a:solidFill>
              </a:rPr>
              <a:t>Nguồn: dbunit.sourceforge.net · database-rider.github.io · docs.tonic.ai</a:t>
            </a:r>
          </a:p>
        </p:txBody>
      </p:sp>
    </p:spTree>
    <p:extLst>
      <p:ext uri="{BB962C8B-B14F-4D97-AF65-F5344CB8AC3E}">
        <p14:creationId xmlns:p14="http://schemas.microsoft.com/office/powerpoint/2010/main" val="157403892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238E42E-0942-493D-A2DB-46B8A4D3E5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A7CBEC-C6F8-40C1-9533-41687E07E62E}"/>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CÔNG CỤ 1</a:t>
            </a:r>
          </a:p>
        </p:txBody>
      </p:sp>
      <p:sp>
        <p:nvSpPr>
          <p:cNvPr id="3" name="">
            <a:extLst xmlns:a="http://schemas.openxmlformats.org/drawingml/2006/main">
              <a:ext uri="{FF2B5EF4-FFF2-40B4-BE49-F238E27FC236}">
                <a16:creationId xmlns:a16="http://schemas.microsoft.com/office/drawing/2014/main" id="{6EF3FD50-753A-4B8E-92B1-4B07B600C675}"/>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DbUnit giúp trạng thái dữ liệu trở nên xác định</a:t>
            </a:r>
          </a:p>
        </p:txBody>
      </p:sp>
      <p:sp>
        <p:nvSpPr>
          <p:cNvPr id="4" name="">
            <a:extLst xmlns:a="http://schemas.openxmlformats.org/drawingml/2006/main">
              <a:ext uri="{FF2B5EF4-FFF2-40B4-BE49-F238E27FC236}">
                <a16:creationId xmlns:a16="http://schemas.microsoft.com/office/drawing/2014/main" id="{6C91FB98-B34B-45AD-9153-745C135E5381}"/>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Trạng thái biết trước</a:t>
            </a:r>
          </a:p>
        </p:txBody>
      </p:sp>
      <p:sp>
        <p:nvSpPr>
          <p:cNvPr id="5" name="">
            <a:extLst xmlns:a="http://schemas.openxmlformats.org/drawingml/2006/main">
              <a:ext uri="{FF2B5EF4-FFF2-40B4-BE49-F238E27FC236}">
                <a16:creationId xmlns:a16="http://schemas.microsoft.com/office/drawing/2014/main" id="{C2C81257-6892-4A50-8D66-EF48F2DBEDF5}"/>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7 / 15</a:t>
            </a:r>
          </a:p>
        </p:txBody>
      </p:sp>
      <p:sp>
        <p:nvSpPr>
          <p:cNvPr id="6" name="">
            <a:extLst xmlns:a="http://schemas.openxmlformats.org/drawingml/2006/main">
              <a:ext uri="{FF2B5EF4-FFF2-40B4-BE49-F238E27FC236}">
                <a16:creationId xmlns:a16="http://schemas.microsoft.com/office/drawing/2014/main" id="{FB3821BD-E9CA-4F2B-9005-DE8A4AF9A1CF}"/>
              </a:ext>
            </a:extLst>
          </p:cNvPr>
          <p:cNvSpPr>
            <a:spLocks xmlns:a="http://schemas.openxmlformats.org/drawingml/2006/main" noGrp="1"/>
          </p:cNvSpPr>
          <p:nvPr/>
        </p:nvSpPr>
        <p:spPr>
          <a:xfrm xmlns:a="http://schemas.openxmlformats.org/drawingml/2006/main">
            <a:off x="0" y="6810375"/>
            <a:ext cx="656272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2FC5589-181F-4ACB-B485-7D6EE39B0424}"/>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aa64d6b904e405e"/>
          <a:stretch xmlns:a="http://schemas.openxmlformats.org/drawingml/2006/main"/>
        </p:blipFill>
        <p:spPr>
          <a:xfrm xmlns:a="http://schemas.openxmlformats.org/drawingml/2006/main">
            <a:off x="762000" y="2938463"/>
            <a:ext cx="4800600" cy="16002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5C425C0-407A-4D76-A828-1D51DBE623E7}"/>
              </a:ext>
            </a:extLst>
          </p:cNvPr>
          <p:cNvSpPr>
            <a:spLocks xmlns:a="http://schemas.openxmlformats.org/drawingml/2006/main" noGrp="1"/>
          </p:cNvSpPr>
          <p:nvPr/>
        </p:nvSpPr>
        <p:spPr>
          <a:xfrm xmlns:a="http://schemas.openxmlformats.org/drawingml/2006/main">
            <a:off x="6096000" y="2143125"/>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0" name="">
            <a:extLst xmlns:a="http://schemas.openxmlformats.org/drawingml/2006/main">
              <a:ext uri="{FF2B5EF4-FFF2-40B4-BE49-F238E27FC236}">
                <a16:creationId xmlns:a16="http://schemas.microsoft.com/office/drawing/2014/main" id="{50FDDF38-9169-430A-8192-3D3B6DBE58EA}"/>
              </a:ext>
            </a:extLst>
          </p:cNvPr>
          <p:cNvSpPr>
            <a:spLocks xmlns:a="http://schemas.openxmlformats.org/drawingml/2006/main" noGrp="1"/>
          </p:cNvSpPr>
          <p:nvPr/>
        </p:nvSpPr>
        <p:spPr>
          <a:xfrm xmlns:a="http://schemas.openxmlformats.org/drawingml/2006/main">
            <a:off x="6096000" y="3200400"/>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5D525A-6283-4789-BB98-FD8B7E25E3C7}"/>
              </a:ext>
            </a:extLst>
          </p:cNvPr>
          <p:cNvSpPr>
            <a:spLocks xmlns:a="http://schemas.openxmlformats.org/drawingml/2006/main" noGrp="1"/>
          </p:cNvSpPr>
          <p:nvPr/>
        </p:nvSpPr>
        <p:spPr>
          <a:xfrm xmlns:a="http://schemas.openxmlformats.org/drawingml/2006/main">
            <a:off x="6267450" y="2314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Nạp</a:t>
            </a:r>
          </a:p>
        </p:txBody>
      </p:sp>
      <p:sp>
        <p:nvSpPr>
          <p:cNvPr id="12" name="">
            <a:extLst xmlns:a="http://schemas.openxmlformats.org/drawingml/2006/main">
              <a:ext uri="{FF2B5EF4-FFF2-40B4-BE49-F238E27FC236}">
                <a16:creationId xmlns:a16="http://schemas.microsoft.com/office/drawing/2014/main" id="{A752559F-4508-45EC-ABE8-6B7DB5907E8C}"/>
              </a:ext>
            </a:extLst>
          </p:cNvPr>
          <p:cNvSpPr>
            <a:spLocks xmlns:a="http://schemas.openxmlformats.org/drawingml/2006/main" noGrp="1"/>
          </p:cNvSpPr>
          <p:nvPr/>
        </p:nvSpPr>
        <p:spPr>
          <a:xfrm xmlns:a="http://schemas.openxmlformats.org/drawingml/2006/main">
            <a:off x="6267450" y="26955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Đọc dataset XML</a:t>
            </a:r>
          </a:p>
        </p:txBody>
      </p:sp>
      <p:sp>
        <p:nvSpPr>
          <p:cNvPr id="13" name="">
            <a:extLst xmlns:a="http://schemas.openxmlformats.org/drawingml/2006/main">
              <a:ext uri="{FF2B5EF4-FFF2-40B4-BE49-F238E27FC236}">
                <a16:creationId xmlns:a16="http://schemas.microsoft.com/office/drawing/2014/main" id="{A675E411-2D71-4349-9A01-9DBF127358FA}"/>
              </a:ext>
            </a:extLst>
          </p:cNvPr>
          <p:cNvSpPr>
            <a:spLocks xmlns:a="http://schemas.openxmlformats.org/drawingml/2006/main" noGrp="1"/>
          </p:cNvSpPr>
          <p:nvPr/>
        </p:nvSpPr>
        <p:spPr>
          <a:xfrm xmlns:a="http://schemas.openxmlformats.org/drawingml/2006/main">
            <a:off x="8763000" y="2143125"/>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1491C253-B064-4DA8-ABB2-E451FAF7E47B}"/>
              </a:ext>
            </a:extLst>
          </p:cNvPr>
          <p:cNvSpPr>
            <a:spLocks xmlns:a="http://schemas.openxmlformats.org/drawingml/2006/main" noGrp="1"/>
          </p:cNvSpPr>
          <p:nvPr/>
        </p:nvSpPr>
        <p:spPr>
          <a:xfrm xmlns:a="http://schemas.openxmlformats.org/drawingml/2006/main">
            <a:off x="8763000" y="3200400"/>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218C68E-5A5B-422A-9B85-6D820E8F0F65}"/>
              </a:ext>
            </a:extLst>
          </p:cNvPr>
          <p:cNvSpPr>
            <a:spLocks xmlns:a="http://schemas.openxmlformats.org/drawingml/2006/main" noGrp="1"/>
          </p:cNvSpPr>
          <p:nvPr/>
        </p:nvSpPr>
        <p:spPr>
          <a:xfrm xmlns:a="http://schemas.openxmlformats.org/drawingml/2006/main">
            <a:off x="8934450" y="2314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Khởi tạo lại</a:t>
            </a:r>
          </a:p>
        </p:txBody>
      </p:sp>
      <p:sp>
        <p:nvSpPr>
          <p:cNvPr id="16" name="">
            <a:extLst xmlns:a="http://schemas.openxmlformats.org/drawingml/2006/main">
              <a:ext uri="{FF2B5EF4-FFF2-40B4-BE49-F238E27FC236}">
                <a16:creationId xmlns:a16="http://schemas.microsoft.com/office/drawing/2014/main" id="{B40DC548-FC1C-48D2-B0FC-714DBF9FB815}"/>
              </a:ext>
            </a:extLst>
          </p:cNvPr>
          <p:cNvSpPr>
            <a:spLocks xmlns:a="http://schemas.openxmlformats.org/drawingml/2006/main" noGrp="1"/>
          </p:cNvSpPr>
          <p:nvPr/>
        </p:nvSpPr>
        <p:spPr>
          <a:xfrm xmlns:a="http://schemas.openxmlformats.org/drawingml/2006/main">
            <a:off x="8934450" y="26955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CLEAN_INSERT</a:t>
            </a:r>
          </a:p>
        </p:txBody>
      </p:sp>
      <p:sp>
        <p:nvSpPr>
          <p:cNvPr id="17" name="">
            <a:extLst xmlns:a="http://schemas.openxmlformats.org/drawingml/2006/main">
              <a:ext uri="{FF2B5EF4-FFF2-40B4-BE49-F238E27FC236}">
                <a16:creationId xmlns:a16="http://schemas.microsoft.com/office/drawing/2014/main" id="{D9AC6FD9-49C2-4B65-818E-92FA19A90B7F}"/>
              </a:ext>
            </a:extLst>
          </p:cNvPr>
          <p:cNvSpPr>
            <a:spLocks xmlns:a="http://schemas.openxmlformats.org/drawingml/2006/main" noGrp="1"/>
          </p:cNvSpPr>
          <p:nvPr/>
        </p:nvSpPr>
        <p:spPr>
          <a:xfrm xmlns:a="http://schemas.openxmlformats.org/drawingml/2006/main">
            <a:off x="6096000" y="3524250"/>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8" name="">
            <a:extLst xmlns:a="http://schemas.openxmlformats.org/drawingml/2006/main">
              <a:ext uri="{FF2B5EF4-FFF2-40B4-BE49-F238E27FC236}">
                <a16:creationId xmlns:a16="http://schemas.microsoft.com/office/drawing/2014/main" id="{5646D13D-024C-4029-AF9A-CF66D7E7BADF}"/>
              </a:ext>
            </a:extLst>
          </p:cNvPr>
          <p:cNvSpPr>
            <a:spLocks xmlns:a="http://schemas.openxmlformats.org/drawingml/2006/main" noGrp="1"/>
          </p:cNvSpPr>
          <p:nvPr/>
        </p:nvSpPr>
        <p:spPr>
          <a:xfrm xmlns:a="http://schemas.openxmlformats.org/drawingml/2006/main">
            <a:off x="6096000" y="4581525"/>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016A804-CF37-4A6E-B248-4328E4A27C2E}"/>
              </a:ext>
            </a:extLst>
          </p:cNvPr>
          <p:cNvSpPr>
            <a:spLocks xmlns:a="http://schemas.openxmlformats.org/drawingml/2006/main" noGrp="1"/>
          </p:cNvSpPr>
          <p:nvPr/>
        </p:nvSpPr>
        <p:spPr>
          <a:xfrm xmlns:a="http://schemas.openxmlformats.org/drawingml/2006/main">
            <a:off x="6267450" y="36957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Thực thi</a:t>
            </a:r>
          </a:p>
        </p:txBody>
      </p:sp>
      <p:sp>
        <p:nvSpPr>
          <p:cNvPr id="20" name="">
            <a:extLst xmlns:a="http://schemas.openxmlformats.org/drawingml/2006/main">
              <a:ext uri="{FF2B5EF4-FFF2-40B4-BE49-F238E27FC236}">
                <a16:creationId xmlns:a16="http://schemas.microsoft.com/office/drawing/2014/main" id="{1BCFC202-4618-4ECB-9666-55A3C417AC76}"/>
              </a:ext>
            </a:extLst>
          </p:cNvPr>
          <p:cNvSpPr>
            <a:spLocks xmlns:a="http://schemas.openxmlformats.org/drawingml/2006/main" noGrp="1"/>
          </p:cNvSpPr>
          <p:nvPr/>
        </p:nvSpPr>
        <p:spPr>
          <a:xfrm xmlns:a="http://schemas.openxmlformats.org/drawingml/2006/main">
            <a:off x="6267450" y="40767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Chạy hành động ứng dụng</a:t>
            </a:r>
          </a:p>
        </p:txBody>
      </p:sp>
      <p:sp>
        <p:nvSpPr>
          <p:cNvPr id="21" name="">
            <a:extLst xmlns:a="http://schemas.openxmlformats.org/drawingml/2006/main">
              <a:ext uri="{FF2B5EF4-FFF2-40B4-BE49-F238E27FC236}">
                <a16:creationId xmlns:a16="http://schemas.microsoft.com/office/drawing/2014/main" id="{BACA6512-4B1A-495F-A11A-C2FF453A7F93}"/>
              </a:ext>
            </a:extLst>
          </p:cNvPr>
          <p:cNvSpPr>
            <a:spLocks xmlns:a="http://schemas.openxmlformats.org/drawingml/2006/main" noGrp="1"/>
          </p:cNvSpPr>
          <p:nvPr/>
        </p:nvSpPr>
        <p:spPr>
          <a:xfrm xmlns:a="http://schemas.openxmlformats.org/drawingml/2006/main">
            <a:off x="8763000" y="3524250"/>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2" name="">
            <a:extLst xmlns:a="http://schemas.openxmlformats.org/drawingml/2006/main">
              <a:ext uri="{FF2B5EF4-FFF2-40B4-BE49-F238E27FC236}">
                <a16:creationId xmlns:a16="http://schemas.microsoft.com/office/drawing/2014/main" id="{014FF30F-7E59-4273-B7D2-6DC2FE2A8D19}"/>
              </a:ext>
            </a:extLst>
          </p:cNvPr>
          <p:cNvSpPr>
            <a:spLocks xmlns:a="http://schemas.openxmlformats.org/drawingml/2006/main" noGrp="1"/>
          </p:cNvSpPr>
          <p:nvPr/>
        </p:nvSpPr>
        <p:spPr>
          <a:xfrm xmlns:a="http://schemas.openxmlformats.org/drawingml/2006/main">
            <a:off x="8763000" y="4581525"/>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13807B-B3AF-4006-8C0C-FA35ED1F3FCD}"/>
              </a:ext>
            </a:extLst>
          </p:cNvPr>
          <p:cNvSpPr>
            <a:spLocks xmlns:a="http://schemas.openxmlformats.org/drawingml/2006/main" noGrp="1"/>
          </p:cNvSpPr>
          <p:nvPr/>
        </p:nvSpPr>
        <p:spPr>
          <a:xfrm xmlns:a="http://schemas.openxmlformats.org/drawingml/2006/main">
            <a:off x="8934450" y="36957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Xác minh</a:t>
            </a:r>
          </a:p>
        </p:txBody>
      </p:sp>
      <p:sp>
        <p:nvSpPr>
          <p:cNvPr id="24" name="">
            <a:extLst xmlns:a="http://schemas.openxmlformats.org/drawingml/2006/main">
              <a:ext uri="{FF2B5EF4-FFF2-40B4-BE49-F238E27FC236}">
                <a16:creationId xmlns:a16="http://schemas.microsoft.com/office/drawing/2014/main" id="{AA016E35-BF3D-434C-A01C-656C1E90CBA4}"/>
              </a:ext>
            </a:extLst>
          </p:cNvPr>
          <p:cNvSpPr>
            <a:spLocks xmlns:a="http://schemas.openxmlformats.org/drawingml/2006/main" noGrp="1"/>
          </p:cNvSpPr>
          <p:nvPr/>
        </p:nvSpPr>
        <p:spPr>
          <a:xfrm xmlns:a="http://schemas.openxmlformats.org/drawingml/2006/main">
            <a:off x="8934450" y="40767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So sánh trạng thái dữ liệu</a:t>
            </a:r>
          </a:p>
        </p:txBody>
      </p:sp>
      <p:sp>
        <p:nvSpPr>
          <p:cNvPr id="25" name="">
            <a:extLst xmlns:a="http://schemas.openxmlformats.org/drawingml/2006/main">
              <a:ext uri="{FF2B5EF4-FFF2-40B4-BE49-F238E27FC236}">
                <a16:creationId xmlns:a16="http://schemas.microsoft.com/office/drawing/2014/main" id="{5A4F80FA-6862-4291-ABFC-96314734D497}"/>
              </a:ext>
            </a:extLst>
          </p:cNvPr>
          <p:cNvSpPr>
            <a:spLocks xmlns:a="http://schemas.openxmlformats.org/drawingml/2006/main" noGrp="1"/>
          </p:cNvSpPr>
          <p:nvPr/>
        </p:nvSpPr>
        <p:spPr>
          <a:xfrm xmlns:a="http://schemas.openxmlformats.org/drawingml/2006/main">
            <a:off x="6096000" y="5000625"/>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72033"/>
                </a:solidFill>
              </a:defRPr>
            </a:pPr>
            <a:r>
              <a:rPr sz="1425" b="1">
                <a:solidFill>
                  <a:srgbClr val="172033"/>
                </a:solidFill>
              </a:rPr>
              <a:t>Phù hợp nhất: unit test và integration test ổn định cho CSDL quan hệ.</a:t>
            </a:r>
          </a:p>
        </p:txBody>
      </p:sp>
    </p:spTree>
    <p:extLst>
      <p:ext uri="{BB962C8B-B14F-4D97-AF65-F5344CB8AC3E}">
        <p14:creationId xmlns:p14="http://schemas.microsoft.com/office/powerpoint/2010/main" val="91883577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6B9D7A-1F11-4A16-9A12-3737B7623DC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FEBDF8-5A26-41CC-B844-8884AC7E3627}"/>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CÔNG CỤ 2</a:t>
            </a:r>
          </a:p>
        </p:txBody>
      </p:sp>
      <p:sp>
        <p:nvSpPr>
          <p:cNvPr id="3" name="">
            <a:extLst xmlns:a="http://schemas.openxmlformats.org/drawingml/2006/main">
              <a:ext uri="{FF2B5EF4-FFF2-40B4-BE49-F238E27FC236}">
                <a16:creationId xmlns:a16="http://schemas.microsoft.com/office/drawing/2014/main" id="{9094949E-CA1B-4338-8037-12C8D7E442C5}"/>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Database Rider giảm phần mã thiết lập lặp lại</a:t>
            </a:r>
          </a:p>
        </p:txBody>
      </p:sp>
      <p:sp>
        <p:nvSpPr>
          <p:cNvPr id="4" name="">
            <a:extLst xmlns:a="http://schemas.openxmlformats.org/drawingml/2006/main">
              <a:ext uri="{FF2B5EF4-FFF2-40B4-BE49-F238E27FC236}">
                <a16:creationId xmlns:a16="http://schemas.microsoft.com/office/drawing/2014/main" id="{4518B610-9F3E-45A4-8FB2-C1FE208DC483}"/>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Test dễ bảo trì</a:t>
            </a:r>
          </a:p>
        </p:txBody>
      </p:sp>
      <p:sp>
        <p:nvSpPr>
          <p:cNvPr id="5" name="">
            <a:extLst xmlns:a="http://schemas.openxmlformats.org/drawingml/2006/main">
              <a:ext uri="{FF2B5EF4-FFF2-40B4-BE49-F238E27FC236}">
                <a16:creationId xmlns:a16="http://schemas.microsoft.com/office/drawing/2014/main" id="{ABF28043-ED19-433C-AFF7-C0D4EABDCF81}"/>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8 / 15</a:t>
            </a:r>
          </a:p>
        </p:txBody>
      </p:sp>
      <p:sp>
        <p:nvSpPr>
          <p:cNvPr id="6" name="">
            <a:extLst xmlns:a="http://schemas.openxmlformats.org/drawingml/2006/main">
              <a:ext uri="{FF2B5EF4-FFF2-40B4-BE49-F238E27FC236}">
                <a16:creationId xmlns:a16="http://schemas.microsoft.com/office/drawing/2014/main" id="{C180C34C-E536-4ED4-9300-FCAA914AFA37}"/>
              </a:ext>
            </a:extLst>
          </p:cNvPr>
          <p:cNvSpPr>
            <a:spLocks xmlns:a="http://schemas.openxmlformats.org/drawingml/2006/main" noGrp="1"/>
          </p:cNvSpPr>
          <p:nvPr/>
        </p:nvSpPr>
        <p:spPr>
          <a:xfrm xmlns:a="http://schemas.openxmlformats.org/drawingml/2006/main">
            <a:off x="0" y="6810375"/>
            <a:ext cx="75057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83C693-0F0C-4FB0-A2D4-7F8E43FE3F1C}"/>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6f2e688d8e34e5f"/>
          <a:stretch xmlns:a="http://schemas.openxmlformats.org/drawingml/2006/main"/>
        </p:blipFill>
        <p:spPr>
          <a:xfrm xmlns:a="http://schemas.openxmlformats.org/drawingml/2006/main">
            <a:off x="762000" y="3284247"/>
            <a:ext cx="4800600" cy="90863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22BA596-568F-45D8-8A83-57F5B839B30D}"/>
              </a:ext>
            </a:extLst>
          </p:cNvPr>
          <p:cNvSpPr>
            <a:spLocks xmlns:a="http://schemas.openxmlformats.org/drawingml/2006/main" noGrp="1"/>
          </p:cNvSpPr>
          <p:nvPr/>
        </p:nvSpPr>
        <p:spPr>
          <a:xfrm xmlns:a="http://schemas.openxmlformats.org/drawingml/2006/main">
            <a:off x="6096000" y="2143125"/>
            <a:ext cx="5143500" cy="247650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78EA03-C65F-4442-ACC8-67E048AFEE71}"/>
              </a:ext>
            </a:extLst>
          </p:cNvPr>
          <p:cNvSpPr>
            <a:spLocks xmlns:a="http://schemas.openxmlformats.org/drawingml/2006/main" noGrp="1"/>
          </p:cNvSpPr>
          <p:nvPr/>
        </p:nvSpPr>
        <p:spPr>
          <a:xfrm xmlns:a="http://schemas.openxmlformats.org/drawingml/2006/main">
            <a:off x="6096000" y="2143125"/>
            <a:ext cx="47625" cy="24765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99527D-0137-4B4F-8772-22147203D084}"/>
              </a:ext>
            </a:extLst>
          </p:cNvPr>
          <p:cNvSpPr>
            <a:spLocks xmlns:a="http://schemas.openxmlformats.org/drawingml/2006/main" noGrp="1"/>
          </p:cNvSpPr>
          <p:nvPr/>
        </p:nvSpPr>
        <p:spPr>
          <a:xfrm xmlns:a="http://schemas.openxmlformats.org/drawingml/2006/main">
            <a:off x="6324600" y="2333625"/>
            <a:ext cx="47434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D9E5F5"/>
                </a:solidFill>
              </a:defRPr>
            </a:pPr>
            <a:r>
              <a:rPr sz="1350" b="0">
                <a:solidFill>
                  <a:srgbClr val="D9E5F5"/>
                </a:solidFill>
              </a:rPr>
              <a:t>@DBRider</a:t>
            </a:r>
          </a:p>
          <a:p xmlns:a="http://schemas.openxmlformats.org/drawingml/2006/main">
            <a:pPr algn="l">
              <a:buNone/>
              <a:defRPr sz="1350" b="0">
                <a:solidFill>
                  <a:srgbClr val="D9E5F5"/>
                </a:solidFill>
              </a:defRPr>
            </a:pPr>
            <a:r>
              <a:rPr sz="1350" b="0">
                <a:solidFill>
                  <a:srgbClr val="D9E5F5"/>
                </a:solidFill>
              </a:rPr>
              <a:t>@DataSet("products.yml")</a:t>
            </a:r>
          </a:p>
          <a:p xmlns:a="http://schemas.openxmlformats.org/drawingml/2006/main">
            <a:pPr algn="l">
              <a:buNone/>
              <a:defRPr sz="1350" b="0">
                <a:solidFill>
                  <a:srgbClr val="D9E5F5"/>
                </a:solidFill>
              </a:defRPr>
            </a:pPr>
            <a:r>
              <a:rPr sz="1350" b="0">
                <a:solidFill>
                  <a:srgbClr val="D9E5F5"/>
                </a:solidFill>
              </a:rPr>
              <a:t>@ExpectedDataSet("expected-products.yml")</a:t>
            </a:r>
          </a:p>
          <a:p xmlns:a="http://schemas.openxmlformats.org/drawingml/2006/main">
            <a:pPr algn="l">
              <a:buNone/>
              <a:defRPr sz="1350" b="0">
                <a:solidFill>
                  <a:srgbClr val="D9E5F5"/>
                </a:solidFill>
              </a:defRPr>
            </a:pPr>
            <a:r>
              <a:rPr sz="1350" b="0">
                <a:solidFill>
                  <a:srgbClr val="D9E5F5"/>
                </a:solidFill>
              </a:rPr>
              <a:t>void productDatasetIsCorrect() {</a:t>
            </a:r>
          </a:p>
          <a:p xmlns:a="http://schemas.openxmlformats.org/drawingml/2006/main">
            <a:pPr algn="l">
              <a:buNone/>
              <a:defRPr sz="1350" b="0">
                <a:solidFill>
                  <a:srgbClr val="D9E5F5"/>
                </a:solidFill>
              </a:defRPr>
            </a:pPr>
            <a:r>
              <a:rPr sz="1350" b="0">
                <a:solidFill>
                  <a:srgbClr val="D9E5F5"/>
                </a:solidFill>
              </a:rPr>
              <a:t>  // Chạy hành động nghiệp vụ</a:t>
            </a:r>
          </a:p>
          <a:p xmlns:a="http://schemas.openxmlformats.org/drawingml/2006/main">
            <a:pPr algn="l">
              <a:buNone/>
              <a:defRPr sz="1350" b="0">
                <a:solidFill>
                  <a:srgbClr val="D9E5F5"/>
                </a:solidFill>
              </a:defRPr>
            </a:pPr>
            <a:r>
              <a:rPr sz="1350" b="0">
                <a:solidFill>
                  <a:srgbClr val="D9E5F5"/>
                </a:solidFill>
              </a:rPr>
              <a:t>}</a:t>
            </a:r>
          </a:p>
        </p:txBody>
      </p:sp>
      <p:sp>
        <p:nvSpPr>
          <p:cNvPr id="12" name="">
            <a:extLst xmlns:a="http://schemas.openxmlformats.org/drawingml/2006/main">
              <a:ext uri="{FF2B5EF4-FFF2-40B4-BE49-F238E27FC236}">
                <a16:creationId xmlns:a16="http://schemas.microsoft.com/office/drawing/2014/main" id="{3829099B-2159-4606-8528-1C8607AA7D18}"/>
              </a:ext>
            </a:extLst>
          </p:cNvPr>
          <p:cNvSpPr>
            <a:spLocks xmlns:a="http://schemas.openxmlformats.org/drawingml/2006/main" noGrp="1"/>
          </p:cNvSpPr>
          <p:nvPr/>
        </p:nvSpPr>
        <p:spPr>
          <a:xfrm xmlns:a="http://schemas.openxmlformats.org/drawingml/2006/main">
            <a:off x="6096000" y="4953000"/>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72033"/>
                </a:solidFill>
              </a:defRPr>
            </a:pPr>
            <a:r>
              <a:rPr sz="1500" b="1">
                <a:solidFill>
                  <a:srgbClr val="172033"/>
                </a:solidFill>
              </a:rPr>
              <a:t>Phù hợp nhất: nhóm muốn dùng DbUnit với ít mã thiết lập và dataset dễ đọc hơn.</a:t>
            </a:r>
          </a:p>
        </p:txBody>
      </p:sp>
    </p:spTree>
    <p:extLst>
      <p:ext uri="{BB962C8B-B14F-4D97-AF65-F5344CB8AC3E}">
        <p14:creationId xmlns:p14="http://schemas.microsoft.com/office/powerpoint/2010/main" val="1298099019"/>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379081-B69A-4AC5-A478-1F558A87AD4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6B7EE5-9D43-4227-B981-C28809EFD48B}"/>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CÔNG CỤ 3</a:t>
            </a:r>
          </a:p>
        </p:txBody>
      </p:sp>
      <p:sp>
        <p:nvSpPr>
          <p:cNvPr id="3" name="">
            <a:extLst xmlns:a="http://schemas.openxmlformats.org/drawingml/2006/main">
              <a:ext uri="{FF2B5EF4-FFF2-40B4-BE49-F238E27FC236}">
                <a16:creationId xmlns:a16="http://schemas.microsoft.com/office/drawing/2014/main" id="{CF9C65F0-5CE7-49D3-8FE8-39192105C816}"/>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Tonic tạo dữ liệu kiểm thử an toàn hơn</a:t>
            </a:r>
          </a:p>
        </p:txBody>
      </p:sp>
      <p:sp>
        <p:nvSpPr>
          <p:cNvPr id="4" name="">
            <a:extLst xmlns:a="http://schemas.openxmlformats.org/drawingml/2006/main">
              <a:ext uri="{FF2B5EF4-FFF2-40B4-BE49-F238E27FC236}">
                <a16:creationId xmlns:a16="http://schemas.microsoft.com/office/drawing/2014/main" id="{6154C953-5142-4344-ABBB-A264857207DB}"/>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Quản lý dữ liệu kiểm thử</a:t>
            </a:r>
          </a:p>
        </p:txBody>
      </p:sp>
      <p:sp>
        <p:nvSpPr>
          <p:cNvPr id="5" name="">
            <a:extLst xmlns:a="http://schemas.openxmlformats.org/drawingml/2006/main">
              <a:ext uri="{FF2B5EF4-FFF2-40B4-BE49-F238E27FC236}">
                <a16:creationId xmlns:a16="http://schemas.microsoft.com/office/drawing/2014/main" id="{F32A2BF0-57A8-4DB5-9173-E75A57C620AC}"/>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9 / 15</a:t>
            </a:r>
          </a:p>
        </p:txBody>
      </p:sp>
      <p:sp>
        <p:nvSpPr>
          <p:cNvPr id="6" name="">
            <a:extLst xmlns:a="http://schemas.openxmlformats.org/drawingml/2006/main">
              <a:ext uri="{FF2B5EF4-FFF2-40B4-BE49-F238E27FC236}">
                <a16:creationId xmlns:a16="http://schemas.microsoft.com/office/drawing/2014/main" id="{81BCA38B-8D33-491A-A5D8-5DB0A30D1CAF}"/>
              </a:ext>
            </a:extLst>
          </p:cNvPr>
          <p:cNvSpPr>
            <a:spLocks xmlns:a="http://schemas.openxmlformats.org/drawingml/2006/main" noGrp="1"/>
          </p:cNvSpPr>
          <p:nvPr/>
        </p:nvSpPr>
        <p:spPr>
          <a:xfrm xmlns:a="http://schemas.openxmlformats.org/drawingml/2006/main">
            <a:off x="0" y="6810375"/>
            <a:ext cx="84391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5474ED-D999-427E-A233-AE66AD5894EE}"/>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5814a69a8d94c2c"/>
          <a:stretch xmlns:a="http://schemas.openxmlformats.org/drawingml/2006/main"/>
        </p:blipFill>
        <p:spPr>
          <a:xfrm xmlns:a="http://schemas.openxmlformats.org/drawingml/2006/main">
            <a:off x="762000" y="2209304"/>
            <a:ext cx="4800600" cy="305851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9A7EE9C-0D0F-4AE4-A9E9-76B3300003C2}"/>
              </a:ext>
            </a:extLst>
          </p:cNvPr>
          <p:cNvSpPr>
            <a:spLocks xmlns:a="http://schemas.openxmlformats.org/drawingml/2006/main" noGrp="1"/>
          </p:cNvSpPr>
          <p:nvPr/>
        </p:nvSpPr>
        <p:spPr>
          <a:xfrm xmlns:a="http://schemas.openxmlformats.org/drawingml/2006/main">
            <a:off x="6096000" y="21431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Thay thế tên, email, mật khẩu, địa chỉ và điện thoại</a:t>
            </a:r>
          </a:p>
        </p:txBody>
      </p:sp>
      <p:sp>
        <p:nvSpPr>
          <p:cNvPr id="10" name="">
            <a:extLst xmlns:a="http://schemas.openxmlformats.org/drawingml/2006/main">
              <a:ext uri="{FF2B5EF4-FFF2-40B4-BE49-F238E27FC236}">
                <a16:creationId xmlns:a16="http://schemas.microsoft.com/office/drawing/2014/main" id="{2EDBF387-AB06-4D10-9F46-11A491671047}"/>
              </a:ext>
            </a:extLst>
          </p:cNvPr>
          <p:cNvSpPr>
            <a:spLocks xmlns:a="http://schemas.openxmlformats.org/drawingml/2006/main" noGrp="1"/>
          </p:cNvSpPr>
          <p:nvPr/>
        </p:nvSpPr>
        <p:spPr>
          <a:xfrm xmlns:a="http://schemas.openxmlformats.org/drawingml/2006/main">
            <a:off x="6096000" y="26574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Giữ định dạng mà ứng dụng yêu cầu</a:t>
            </a:r>
          </a:p>
        </p:txBody>
      </p:sp>
      <p:sp>
        <p:nvSpPr>
          <p:cNvPr id="11" name="">
            <a:extLst xmlns:a="http://schemas.openxmlformats.org/drawingml/2006/main">
              <a:ext uri="{FF2B5EF4-FFF2-40B4-BE49-F238E27FC236}">
                <a16:creationId xmlns:a16="http://schemas.microsoft.com/office/drawing/2014/main" id="{4CED5D96-70B7-4D3E-B55C-A58141E0099B}"/>
              </a:ext>
            </a:extLst>
          </p:cNvPr>
          <p:cNvSpPr>
            <a:spLocks xmlns:a="http://schemas.openxmlformats.org/drawingml/2006/main" noGrp="1"/>
          </p:cNvSpPr>
          <p:nvPr/>
        </p:nvSpPr>
        <p:spPr>
          <a:xfrm xmlns:a="http://schemas.openxmlformats.org/drawingml/2006/main">
            <a:off x="6096000" y="31718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Giữ ID và quan hệ dữ liệu nhất quán</a:t>
            </a:r>
          </a:p>
        </p:txBody>
      </p:sp>
      <p:sp>
        <p:nvSpPr>
          <p:cNvPr id="12" name="">
            <a:extLst xmlns:a="http://schemas.openxmlformats.org/drawingml/2006/main">
              <a:ext uri="{FF2B5EF4-FFF2-40B4-BE49-F238E27FC236}">
                <a16:creationId xmlns:a16="http://schemas.microsoft.com/office/drawing/2014/main" id="{F010F4E8-3AB5-45FB-B466-168197DEC054}"/>
              </a:ext>
            </a:extLst>
          </p:cNvPr>
          <p:cNvSpPr>
            <a:spLocks xmlns:a="http://schemas.openxmlformats.org/drawingml/2006/main" noGrp="1"/>
          </p:cNvSpPr>
          <p:nvPr/>
        </p:nvSpPr>
        <p:spPr>
          <a:xfrm xmlns:a="http://schemas.openxmlformats.org/drawingml/2006/main">
            <a:off x="6096000" y="36861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 Tạo dữ liệu cho demo, test hoặc staging</a:t>
            </a:r>
          </a:p>
        </p:txBody>
      </p:sp>
      <p:sp>
        <p:nvSpPr>
          <p:cNvPr id="13" name="">
            <a:extLst xmlns:a="http://schemas.openxmlformats.org/drawingml/2006/main">
              <a:ext uri="{FF2B5EF4-FFF2-40B4-BE49-F238E27FC236}">
                <a16:creationId xmlns:a16="http://schemas.microsoft.com/office/drawing/2014/main" id="{37433743-FF1B-4B85-8203-09C0BF46279B}"/>
              </a:ext>
            </a:extLst>
          </p:cNvPr>
          <p:cNvSpPr>
            <a:spLocks xmlns:a="http://schemas.openxmlformats.org/drawingml/2006/main" noGrp="1"/>
          </p:cNvSpPr>
          <p:nvPr/>
        </p:nvSpPr>
        <p:spPr>
          <a:xfrm xmlns:a="http://schemas.openxmlformats.org/drawingml/2006/main">
            <a:off x="6096000" y="4476750"/>
            <a:ext cx="5143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B95C123F-8FE7-4273-A0C3-1420A56C3D67}"/>
              </a:ext>
            </a:extLst>
          </p:cNvPr>
          <p:cNvSpPr>
            <a:spLocks xmlns:a="http://schemas.openxmlformats.org/drawingml/2006/main" noGrp="1"/>
          </p:cNvSpPr>
          <p:nvPr/>
        </p:nvSpPr>
        <p:spPr>
          <a:xfrm xmlns:a="http://schemas.openxmlformats.org/drawingml/2006/main">
            <a:off x="6096000" y="4476750"/>
            <a:ext cx="51435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EF6FE33-7CFA-443E-9153-99F7D7B8A6C7}"/>
              </a:ext>
            </a:extLst>
          </p:cNvPr>
          <p:cNvSpPr>
            <a:spLocks xmlns:a="http://schemas.openxmlformats.org/drawingml/2006/main" noGrp="1"/>
          </p:cNvSpPr>
          <p:nvPr/>
        </p:nvSpPr>
        <p:spPr>
          <a:xfrm xmlns:a="http://schemas.openxmlformats.org/drawingml/2006/main">
            <a:off x="6286500" y="47148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72033"/>
                </a:solidFill>
              </a:defRPr>
            </a:pPr>
            <a:r>
              <a:rPr sz="1500" b="1">
                <a:solidFill>
                  <a:srgbClr val="172033"/>
                </a:solidFill>
              </a:rPr>
              <a:t>Giới hạn: dữ liệu an toàn không tự động chứng minh hành vi đúng.</a:t>
            </a:r>
          </a:p>
        </p:txBody>
      </p:sp>
    </p:spTree>
    <p:extLst>
      <p:ext uri="{BB962C8B-B14F-4D97-AF65-F5344CB8AC3E}">
        <p14:creationId xmlns:p14="http://schemas.microsoft.com/office/powerpoint/2010/main" val="401244632"/>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89837D8-FD69-403F-B1AB-44EDF1CDFA1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6D62C8-325A-485E-A7B5-3C4A5273E581}"/>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KỊCH BẢN LIVE DEMO</a:t>
            </a:r>
          </a:p>
        </p:txBody>
      </p:sp>
      <p:sp>
        <p:nvSpPr>
          <p:cNvPr id="3" name="">
            <a:extLst xmlns:a="http://schemas.openxmlformats.org/drawingml/2006/main">
              <a:ext uri="{FF2B5EF4-FFF2-40B4-BE49-F238E27FC236}">
                <a16:creationId xmlns:a16="http://schemas.microsoft.com/office/drawing/2014/main" id="{59D2D97F-2634-4AD7-B6B6-F9208B204314}"/>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Demo checkout EShop với hai công cụ</a:t>
            </a:r>
          </a:p>
        </p:txBody>
      </p:sp>
      <p:sp>
        <p:nvSpPr>
          <p:cNvPr id="4" name="">
            <a:extLst xmlns:a="http://schemas.openxmlformats.org/drawingml/2006/main">
              <a:ext uri="{FF2B5EF4-FFF2-40B4-BE49-F238E27FC236}">
                <a16:creationId xmlns:a16="http://schemas.microsoft.com/office/drawing/2014/main" id="{DE161C61-9EF2-4361-B4D6-2FB00EB966A7}"/>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Cùng một nghiệp vụ, hai cách thiết lập dữ liệu</a:t>
            </a:r>
          </a:p>
        </p:txBody>
      </p:sp>
      <p:sp>
        <p:nvSpPr>
          <p:cNvPr id="5" name="">
            <a:extLst xmlns:a="http://schemas.openxmlformats.org/drawingml/2006/main">
              <a:ext uri="{FF2B5EF4-FFF2-40B4-BE49-F238E27FC236}">
                <a16:creationId xmlns:a16="http://schemas.microsoft.com/office/drawing/2014/main" id="{7BABC8F6-224C-44A1-B196-5C8F8EC39E93}"/>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10 / 15</a:t>
            </a:r>
          </a:p>
        </p:txBody>
      </p:sp>
      <p:sp>
        <p:nvSpPr>
          <p:cNvPr id="6" name="">
            <a:extLst xmlns:a="http://schemas.openxmlformats.org/drawingml/2006/main">
              <a:ext uri="{FF2B5EF4-FFF2-40B4-BE49-F238E27FC236}">
                <a16:creationId xmlns:a16="http://schemas.microsoft.com/office/drawing/2014/main" id="{F162275A-7189-43B5-B86B-1D08AE0E3692}"/>
              </a:ext>
            </a:extLst>
          </p:cNvPr>
          <p:cNvSpPr>
            <a:spLocks xmlns:a="http://schemas.openxmlformats.org/drawingml/2006/main" noGrp="1"/>
          </p:cNvSpPr>
          <p:nvPr/>
        </p:nvSpPr>
        <p:spPr>
          <a:xfrm xmlns:a="http://schemas.openxmlformats.org/drawingml/2006/main">
            <a:off x="0" y="6810375"/>
            <a:ext cx="28098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A077EC-CB68-4283-92A0-CFFDD017B022}"/>
              </a:ext>
            </a:extLst>
          </p:cNvPr>
          <p:cNvSpPr>
            <a:spLocks xmlns:a="http://schemas.openxmlformats.org/drawingml/2006/main" noGrp="1"/>
          </p:cNvSpPr>
          <p:nvPr/>
        </p:nvSpPr>
        <p:spPr>
          <a:xfrm xmlns:a="http://schemas.openxmlformats.org/drawingml/2006/main">
            <a:off x="6858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20BA4357-1250-48F9-8A84-329F389DD331}"/>
              </a:ext>
            </a:extLst>
          </p:cNvPr>
          <p:cNvSpPr>
            <a:spLocks xmlns:a="http://schemas.openxmlformats.org/drawingml/2006/main" noGrp="1"/>
          </p:cNvSpPr>
          <p:nvPr/>
        </p:nvSpPr>
        <p:spPr>
          <a:xfrm xmlns:a="http://schemas.openxmlformats.org/drawingml/2006/main">
            <a:off x="6858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78F632-5E09-4941-95C6-043FC928C183}"/>
              </a:ext>
            </a:extLst>
          </p:cNvPr>
          <p:cNvSpPr>
            <a:spLocks xmlns:a="http://schemas.openxmlformats.org/drawingml/2006/main" noGrp="1"/>
          </p:cNvSpPr>
          <p:nvPr/>
        </p:nvSpPr>
        <p:spPr>
          <a:xfrm xmlns:a="http://schemas.openxmlformats.org/drawingml/2006/main">
            <a:off x="8572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Chuẩn bị</a:t>
            </a:r>
          </a:p>
        </p:txBody>
      </p:sp>
      <p:sp>
        <p:nvSpPr>
          <p:cNvPr id="10" name="">
            <a:extLst xmlns:a="http://schemas.openxmlformats.org/drawingml/2006/main">
              <a:ext uri="{FF2B5EF4-FFF2-40B4-BE49-F238E27FC236}">
                <a16:creationId xmlns:a16="http://schemas.microsoft.com/office/drawing/2014/main" id="{394B928E-85CB-44D7-BB1C-94ECDAC60533}"/>
              </a:ext>
            </a:extLst>
          </p:cNvPr>
          <p:cNvSpPr>
            <a:spLocks xmlns:a="http://schemas.openxmlformats.org/drawingml/2006/main" noGrp="1"/>
          </p:cNvSpPr>
          <p:nvPr/>
        </p:nvSpPr>
        <p:spPr>
          <a:xfrm xmlns:a="http://schemas.openxmlformats.org/drawingml/2006/main">
            <a:off x="8572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Reset và seed SQLite</a:t>
            </a:r>
          </a:p>
        </p:txBody>
      </p:sp>
      <p:sp>
        <p:nvSpPr>
          <p:cNvPr id="11" name="">
            <a:extLst xmlns:a="http://schemas.openxmlformats.org/drawingml/2006/main">
              <a:ext uri="{FF2B5EF4-FFF2-40B4-BE49-F238E27FC236}">
                <a16:creationId xmlns:a16="http://schemas.microsoft.com/office/drawing/2014/main" id="{117F45CB-DD7D-4C98-99E9-B30FC39CABBD}"/>
              </a:ext>
            </a:extLst>
          </p:cNvPr>
          <p:cNvSpPr>
            <a:spLocks xmlns:a="http://schemas.openxmlformats.org/drawingml/2006/main" noGrp="1"/>
          </p:cNvSpPr>
          <p:nvPr/>
        </p:nvSpPr>
        <p:spPr>
          <a:xfrm xmlns:a="http://schemas.openxmlformats.org/drawingml/2006/main">
            <a:off x="33909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C61D1B10-BF9F-4E61-B28C-18135B84A4A9}"/>
              </a:ext>
            </a:extLst>
          </p:cNvPr>
          <p:cNvSpPr>
            <a:spLocks xmlns:a="http://schemas.openxmlformats.org/drawingml/2006/main" noGrp="1"/>
          </p:cNvSpPr>
          <p:nvPr/>
        </p:nvSpPr>
        <p:spPr>
          <a:xfrm xmlns:a="http://schemas.openxmlformats.org/drawingml/2006/main">
            <a:off x="33909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2DC014-3E27-4A92-9504-DCB9C0EFFA9D}"/>
              </a:ext>
            </a:extLst>
          </p:cNvPr>
          <p:cNvSpPr>
            <a:spLocks xmlns:a="http://schemas.openxmlformats.org/drawingml/2006/main" noGrp="1"/>
          </p:cNvSpPr>
          <p:nvPr/>
        </p:nvSpPr>
        <p:spPr>
          <a:xfrm xmlns:a="http://schemas.openxmlformats.org/drawingml/2006/main">
            <a:off x="35623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Checkout</a:t>
            </a:r>
          </a:p>
        </p:txBody>
      </p:sp>
      <p:sp>
        <p:nvSpPr>
          <p:cNvPr id="14" name="">
            <a:extLst xmlns:a="http://schemas.openxmlformats.org/drawingml/2006/main">
              <a:ext uri="{FF2B5EF4-FFF2-40B4-BE49-F238E27FC236}">
                <a16:creationId xmlns:a16="http://schemas.microsoft.com/office/drawing/2014/main" id="{E97E9208-BC7C-4ABF-92E0-79AB13881175}"/>
              </a:ext>
            </a:extLst>
          </p:cNvPr>
          <p:cNvSpPr>
            <a:spLocks xmlns:a="http://schemas.openxmlformats.org/drawingml/2006/main" noGrp="1"/>
          </p:cNvSpPr>
          <p:nvPr/>
        </p:nvSpPr>
        <p:spPr>
          <a:xfrm xmlns:a="http://schemas.openxmlformats.org/drawingml/2006/main">
            <a:off x="35623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Đăng nhập, thêm sản phẩm, đặt hàng</a:t>
            </a:r>
          </a:p>
        </p:txBody>
      </p:sp>
      <p:sp>
        <p:nvSpPr>
          <p:cNvPr id="15" name="">
            <a:extLst xmlns:a="http://schemas.openxmlformats.org/drawingml/2006/main">
              <a:ext uri="{FF2B5EF4-FFF2-40B4-BE49-F238E27FC236}">
                <a16:creationId xmlns:a16="http://schemas.microsoft.com/office/drawing/2014/main" id="{FD298AE5-2C47-4641-BFAD-D3D6C28B420F}"/>
              </a:ext>
            </a:extLst>
          </p:cNvPr>
          <p:cNvSpPr>
            <a:spLocks xmlns:a="http://schemas.openxmlformats.org/drawingml/2006/main" noGrp="1"/>
          </p:cNvSpPr>
          <p:nvPr/>
        </p:nvSpPr>
        <p:spPr>
          <a:xfrm xmlns:a="http://schemas.openxmlformats.org/drawingml/2006/main">
            <a:off x="60960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729FE411-AA8E-45FC-9801-4AC943DD0D32}"/>
              </a:ext>
            </a:extLst>
          </p:cNvPr>
          <p:cNvSpPr>
            <a:spLocks xmlns:a="http://schemas.openxmlformats.org/drawingml/2006/main" noGrp="1"/>
          </p:cNvSpPr>
          <p:nvPr/>
        </p:nvSpPr>
        <p:spPr>
          <a:xfrm xmlns:a="http://schemas.openxmlformats.org/drawingml/2006/main">
            <a:off x="60960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A86EFC-FF96-4B51-A3E3-EA4D556D4E11}"/>
              </a:ext>
            </a:extLst>
          </p:cNvPr>
          <p:cNvSpPr>
            <a:spLocks xmlns:a="http://schemas.openxmlformats.org/drawingml/2006/main" noGrp="1"/>
          </p:cNvSpPr>
          <p:nvPr/>
        </p:nvSpPr>
        <p:spPr>
          <a:xfrm xmlns:a="http://schemas.openxmlformats.org/drawingml/2006/main">
            <a:off x="62674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DbUnit</a:t>
            </a:r>
          </a:p>
        </p:txBody>
      </p:sp>
      <p:sp>
        <p:nvSpPr>
          <p:cNvPr id="18" name="">
            <a:extLst xmlns:a="http://schemas.openxmlformats.org/drawingml/2006/main">
              <a:ext uri="{FF2B5EF4-FFF2-40B4-BE49-F238E27FC236}">
                <a16:creationId xmlns:a16="http://schemas.microsoft.com/office/drawing/2014/main" id="{FB908331-09D3-4582-A82F-AA3692B56CC2}"/>
              </a:ext>
            </a:extLst>
          </p:cNvPr>
          <p:cNvSpPr>
            <a:spLocks xmlns:a="http://schemas.openxmlformats.org/drawingml/2006/main" noGrp="1"/>
          </p:cNvSpPr>
          <p:nvPr/>
        </p:nvSpPr>
        <p:spPr>
          <a:xfrm xmlns:a="http://schemas.openxmlformats.org/drawingml/2006/main">
            <a:off x="62674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Nạp XML và kiểm tra bảng orders</a:t>
            </a:r>
          </a:p>
        </p:txBody>
      </p:sp>
      <p:sp>
        <p:nvSpPr>
          <p:cNvPr id="19" name="">
            <a:extLst xmlns:a="http://schemas.openxmlformats.org/drawingml/2006/main">
              <a:ext uri="{FF2B5EF4-FFF2-40B4-BE49-F238E27FC236}">
                <a16:creationId xmlns:a16="http://schemas.microsoft.com/office/drawing/2014/main" id="{87845A49-9A9F-42B0-813E-EF9466FD0352}"/>
              </a:ext>
            </a:extLst>
          </p:cNvPr>
          <p:cNvSpPr>
            <a:spLocks xmlns:a="http://schemas.openxmlformats.org/drawingml/2006/main" noGrp="1"/>
          </p:cNvSpPr>
          <p:nvPr/>
        </p:nvSpPr>
        <p:spPr>
          <a:xfrm xmlns:a="http://schemas.openxmlformats.org/drawingml/2006/main">
            <a:off x="88011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224E3ACC-9889-4214-BE1D-78E93DB7E75A}"/>
              </a:ext>
            </a:extLst>
          </p:cNvPr>
          <p:cNvSpPr>
            <a:spLocks xmlns:a="http://schemas.openxmlformats.org/drawingml/2006/main" noGrp="1"/>
          </p:cNvSpPr>
          <p:nvPr/>
        </p:nvSpPr>
        <p:spPr>
          <a:xfrm xmlns:a="http://schemas.openxmlformats.org/drawingml/2006/main">
            <a:off x="88011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ACC7EF-C4CF-48F9-9966-9B23D791FC07}"/>
              </a:ext>
            </a:extLst>
          </p:cNvPr>
          <p:cNvSpPr>
            <a:spLocks xmlns:a="http://schemas.openxmlformats.org/drawingml/2006/main" noGrp="1"/>
          </p:cNvSpPr>
          <p:nvPr/>
        </p:nvSpPr>
        <p:spPr>
          <a:xfrm xmlns:a="http://schemas.openxmlformats.org/drawingml/2006/main">
            <a:off x="89725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Database Rider</a:t>
            </a:r>
          </a:p>
        </p:txBody>
      </p:sp>
      <p:sp>
        <p:nvSpPr>
          <p:cNvPr id="22" name="">
            <a:extLst xmlns:a="http://schemas.openxmlformats.org/drawingml/2006/main">
              <a:ext uri="{FF2B5EF4-FFF2-40B4-BE49-F238E27FC236}">
                <a16:creationId xmlns:a16="http://schemas.microsoft.com/office/drawing/2014/main" id="{67623E5C-58C6-4848-907C-3E45271FA810}"/>
              </a:ext>
            </a:extLst>
          </p:cNvPr>
          <p:cNvSpPr>
            <a:spLocks xmlns:a="http://schemas.openxmlformats.org/drawingml/2006/main" noGrp="1"/>
          </p:cNvSpPr>
          <p:nvPr/>
        </p:nvSpPr>
        <p:spPr>
          <a:xfrm xmlns:a="http://schemas.openxmlformats.org/drawingml/2006/main">
            <a:off x="89725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526579"/>
                </a:solidFill>
              </a:defRPr>
            </a:pPr>
            <a:r>
              <a:rPr sz="1275" b="0">
                <a:solidFill>
                  <a:srgbClr val="526579"/>
                </a:solidFill>
              </a:rPr>
              <a:t>Nạp YAML và kiểm tra kết quả</a:t>
            </a:r>
          </a:p>
        </p:txBody>
      </p:sp>
      <p:sp>
        <p:nvSpPr>
          <p:cNvPr id="23" name="">
            <a:extLst xmlns:a="http://schemas.openxmlformats.org/drawingml/2006/main">
              <a:ext uri="{FF2B5EF4-FFF2-40B4-BE49-F238E27FC236}">
                <a16:creationId xmlns:a16="http://schemas.microsoft.com/office/drawing/2014/main" id="{BA864758-192C-4939-9AA2-303F3243F794}"/>
              </a:ext>
            </a:extLst>
          </p:cNvPr>
          <p:cNvSpPr>
            <a:spLocks xmlns:a="http://schemas.openxmlformats.org/drawingml/2006/main" noGrp="1"/>
          </p:cNvSpPr>
          <p:nvPr/>
        </p:nvSpPr>
        <p:spPr>
          <a:xfrm xmlns:a="http://schemas.openxmlformats.org/drawingml/2006/main">
            <a:off x="685800" y="3286125"/>
            <a:ext cx="238125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4" name="">
            <a:extLst xmlns:a="http://schemas.openxmlformats.org/drawingml/2006/main">
              <a:ext uri="{FF2B5EF4-FFF2-40B4-BE49-F238E27FC236}">
                <a16:creationId xmlns:a16="http://schemas.microsoft.com/office/drawing/2014/main" id="{4A03A5AA-64C9-4703-B6D7-5363BA7C5581}"/>
              </a:ext>
            </a:extLst>
          </p:cNvPr>
          <p:cNvSpPr>
            <a:spLocks xmlns:a="http://schemas.openxmlformats.org/drawingml/2006/main" noGrp="1"/>
          </p:cNvSpPr>
          <p:nvPr/>
        </p:nvSpPr>
        <p:spPr>
          <a:xfrm xmlns:a="http://schemas.openxmlformats.org/drawingml/2006/main">
            <a:off x="781050" y="33623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Điểm kiểm tra</a:t>
            </a:r>
          </a:p>
        </p:txBody>
      </p:sp>
      <p:sp>
        <p:nvSpPr>
          <p:cNvPr id="25" name="">
            <a:extLst xmlns:a="http://schemas.openxmlformats.org/drawingml/2006/main">
              <a:ext uri="{FF2B5EF4-FFF2-40B4-BE49-F238E27FC236}">
                <a16:creationId xmlns:a16="http://schemas.microsoft.com/office/drawing/2014/main" id="{B8BBFDDC-82BE-46AB-A583-4FC30CDBA633}"/>
              </a:ext>
            </a:extLst>
          </p:cNvPr>
          <p:cNvSpPr>
            <a:spLocks xmlns:a="http://schemas.openxmlformats.org/drawingml/2006/main" noGrp="1"/>
          </p:cNvSpPr>
          <p:nvPr/>
        </p:nvSpPr>
        <p:spPr>
          <a:xfrm xmlns:a="http://schemas.openxmlformats.org/drawingml/2006/main">
            <a:off x="3067050" y="3286125"/>
            <a:ext cx="371475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6" name="">
            <a:extLst xmlns:a="http://schemas.openxmlformats.org/drawingml/2006/main">
              <a:ext uri="{FF2B5EF4-FFF2-40B4-BE49-F238E27FC236}">
                <a16:creationId xmlns:a16="http://schemas.microsoft.com/office/drawing/2014/main" id="{6B34B413-4FAF-42B3-8FF5-0FE6FE7DAFCD}"/>
              </a:ext>
            </a:extLst>
          </p:cNvPr>
          <p:cNvSpPr>
            <a:spLocks xmlns:a="http://schemas.openxmlformats.org/drawingml/2006/main" noGrp="1"/>
          </p:cNvSpPr>
          <p:nvPr/>
        </p:nvSpPr>
        <p:spPr>
          <a:xfrm xmlns:a="http://schemas.openxmlformats.org/drawingml/2006/main">
            <a:off x="3162300" y="336232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DbUnit</a:t>
            </a:r>
          </a:p>
        </p:txBody>
      </p:sp>
      <p:sp>
        <p:nvSpPr>
          <p:cNvPr id="27" name="">
            <a:extLst xmlns:a="http://schemas.openxmlformats.org/drawingml/2006/main">
              <a:ext uri="{FF2B5EF4-FFF2-40B4-BE49-F238E27FC236}">
                <a16:creationId xmlns:a16="http://schemas.microsoft.com/office/drawing/2014/main" id="{AB021CF6-4552-4810-B7EC-4CB371C2BE7C}"/>
              </a:ext>
            </a:extLst>
          </p:cNvPr>
          <p:cNvSpPr>
            <a:spLocks xmlns:a="http://schemas.openxmlformats.org/drawingml/2006/main" noGrp="1"/>
          </p:cNvSpPr>
          <p:nvPr/>
        </p:nvSpPr>
        <p:spPr>
          <a:xfrm xmlns:a="http://schemas.openxmlformats.org/drawingml/2006/main">
            <a:off x="6781800" y="3286125"/>
            <a:ext cx="472440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8" name="">
            <a:extLst xmlns:a="http://schemas.openxmlformats.org/drawingml/2006/main">
              <a:ext uri="{FF2B5EF4-FFF2-40B4-BE49-F238E27FC236}">
                <a16:creationId xmlns:a16="http://schemas.microsoft.com/office/drawing/2014/main" id="{D891A9BB-C529-4C39-B2A7-A371E97A59CB}"/>
              </a:ext>
            </a:extLst>
          </p:cNvPr>
          <p:cNvSpPr>
            <a:spLocks xmlns:a="http://schemas.openxmlformats.org/drawingml/2006/main" noGrp="1"/>
          </p:cNvSpPr>
          <p:nvPr/>
        </p:nvSpPr>
        <p:spPr>
          <a:xfrm xmlns:a="http://schemas.openxmlformats.org/drawingml/2006/main">
            <a:off x="6877050" y="3362325"/>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defRPr>
            </a:pPr>
            <a:r>
              <a:rPr sz="1275" b="1">
                <a:solidFill>
                  <a:srgbClr val="FFFFFF"/>
                </a:solidFill>
              </a:rPr>
              <a:t>Database Rider</a:t>
            </a:r>
          </a:p>
        </p:txBody>
      </p:sp>
      <p:sp>
        <p:nvSpPr>
          <p:cNvPr id="29" name="">
            <a:extLst xmlns:a="http://schemas.openxmlformats.org/drawingml/2006/main">
              <a:ext uri="{FF2B5EF4-FFF2-40B4-BE49-F238E27FC236}">
                <a16:creationId xmlns:a16="http://schemas.microsoft.com/office/drawing/2014/main" id="{9EC15062-74B0-470F-85AA-3DE1E1F41AC1}"/>
              </a:ext>
            </a:extLst>
          </p:cNvPr>
          <p:cNvSpPr>
            <a:spLocks xmlns:a="http://schemas.openxmlformats.org/drawingml/2006/main" noGrp="1"/>
          </p:cNvSpPr>
          <p:nvPr/>
        </p:nvSpPr>
        <p:spPr>
          <a:xfrm xmlns:a="http://schemas.openxmlformats.org/drawingml/2006/main">
            <a:off x="685800" y="36861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0" name="">
            <a:extLst xmlns:a="http://schemas.openxmlformats.org/drawingml/2006/main">
              <a:ext uri="{FF2B5EF4-FFF2-40B4-BE49-F238E27FC236}">
                <a16:creationId xmlns:a16="http://schemas.microsoft.com/office/drawing/2014/main" id="{27E24BD1-7CE1-4FD5-A4F8-D65674ED6161}"/>
              </a:ext>
            </a:extLst>
          </p:cNvPr>
          <p:cNvSpPr>
            <a:spLocks xmlns:a="http://schemas.openxmlformats.org/drawingml/2006/main" noGrp="1"/>
          </p:cNvSpPr>
          <p:nvPr/>
        </p:nvSpPr>
        <p:spPr>
          <a:xfrm xmlns:a="http://schemas.openxmlformats.org/drawingml/2006/main">
            <a:off x="781050" y="3762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Đơn hàng</a:t>
            </a:r>
          </a:p>
        </p:txBody>
      </p:sp>
      <p:sp>
        <p:nvSpPr>
          <p:cNvPr id="31" name="">
            <a:extLst xmlns:a="http://schemas.openxmlformats.org/drawingml/2006/main">
              <a:ext uri="{FF2B5EF4-FFF2-40B4-BE49-F238E27FC236}">
                <a16:creationId xmlns:a16="http://schemas.microsoft.com/office/drawing/2014/main" id="{F00CC499-37D8-47FE-8D9E-C4002800B203}"/>
              </a:ext>
            </a:extLst>
          </p:cNvPr>
          <p:cNvSpPr>
            <a:spLocks xmlns:a="http://schemas.openxmlformats.org/drawingml/2006/main" noGrp="1"/>
          </p:cNvSpPr>
          <p:nvPr/>
        </p:nvSpPr>
        <p:spPr>
          <a:xfrm xmlns:a="http://schemas.openxmlformats.org/drawingml/2006/main">
            <a:off x="3067050" y="36861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2" name="">
            <a:extLst xmlns:a="http://schemas.openxmlformats.org/drawingml/2006/main">
              <a:ext uri="{FF2B5EF4-FFF2-40B4-BE49-F238E27FC236}">
                <a16:creationId xmlns:a16="http://schemas.microsoft.com/office/drawing/2014/main" id="{747A5796-B5D3-458C-87D0-5EB70A03CFCB}"/>
              </a:ext>
            </a:extLst>
          </p:cNvPr>
          <p:cNvSpPr>
            <a:spLocks xmlns:a="http://schemas.openxmlformats.org/drawingml/2006/main" noGrp="1"/>
          </p:cNvSpPr>
          <p:nvPr/>
        </p:nvSpPr>
        <p:spPr>
          <a:xfrm xmlns:a="http://schemas.openxmlformats.org/drawingml/2006/main">
            <a:off x="3162300" y="37623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COUNT(orders) tăng 1</a:t>
            </a:r>
          </a:p>
        </p:txBody>
      </p:sp>
      <p:sp>
        <p:nvSpPr>
          <p:cNvPr id="33" name="">
            <a:extLst xmlns:a="http://schemas.openxmlformats.org/drawingml/2006/main">
              <a:ext uri="{FF2B5EF4-FFF2-40B4-BE49-F238E27FC236}">
                <a16:creationId xmlns:a16="http://schemas.microsoft.com/office/drawing/2014/main" id="{C9F4E2EE-7282-47E2-A9CD-A06A00F2CF67}"/>
              </a:ext>
            </a:extLst>
          </p:cNvPr>
          <p:cNvSpPr>
            <a:spLocks xmlns:a="http://schemas.openxmlformats.org/drawingml/2006/main" noGrp="1"/>
          </p:cNvSpPr>
          <p:nvPr/>
        </p:nvSpPr>
        <p:spPr>
          <a:xfrm xmlns:a="http://schemas.openxmlformats.org/drawingml/2006/main">
            <a:off x="6781800" y="36861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4" name="">
            <a:extLst xmlns:a="http://schemas.openxmlformats.org/drawingml/2006/main">
              <a:ext uri="{FF2B5EF4-FFF2-40B4-BE49-F238E27FC236}">
                <a16:creationId xmlns:a16="http://schemas.microsoft.com/office/drawing/2014/main" id="{DDB217C7-496D-490B-BAD8-94B8DBA062F9}"/>
              </a:ext>
            </a:extLst>
          </p:cNvPr>
          <p:cNvSpPr>
            <a:spLocks xmlns:a="http://schemas.openxmlformats.org/drawingml/2006/main" noGrp="1"/>
          </p:cNvSpPr>
          <p:nvPr/>
        </p:nvSpPr>
        <p:spPr>
          <a:xfrm xmlns:a="http://schemas.openxmlformats.org/drawingml/2006/main">
            <a:off x="6877050" y="37623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COUNT(orders) tăng 1</a:t>
            </a:r>
          </a:p>
        </p:txBody>
      </p:sp>
      <p:sp>
        <p:nvSpPr>
          <p:cNvPr id="35" name="">
            <a:extLst xmlns:a="http://schemas.openxmlformats.org/drawingml/2006/main">
              <a:ext uri="{FF2B5EF4-FFF2-40B4-BE49-F238E27FC236}">
                <a16:creationId xmlns:a16="http://schemas.microsoft.com/office/drawing/2014/main" id="{3A5062C5-A604-4FF0-A1AA-096561B47FCC}"/>
              </a:ext>
            </a:extLst>
          </p:cNvPr>
          <p:cNvSpPr>
            <a:spLocks xmlns:a="http://schemas.openxmlformats.org/drawingml/2006/main" noGrp="1"/>
          </p:cNvSpPr>
          <p:nvPr/>
        </p:nvSpPr>
        <p:spPr>
          <a:xfrm xmlns:a="http://schemas.openxmlformats.org/drawingml/2006/main">
            <a:off x="685800" y="41814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6" name="">
            <a:extLst xmlns:a="http://schemas.openxmlformats.org/drawingml/2006/main">
              <a:ext uri="{FF2B5EF4-FFF2-40B4-BE49-F238E27FC236}">
                <a16:creationId xmlns:a16="http://schemas.microsoft.com/office/drawing/2014/main" id="{D92108D4-A372-4306-8E9D-8AFA3EC18A48}"/>
              </a:ext>
            </a:extLst>
          </p:cNvPr>
          <p:cNvSpPr>
            <a:spLocks xmlns:a="http://schemas.openxmlformats.org/drawingml/2006/main" noGrp="1"/>
          </p:cNvSpPr>
          <p:nvPr/>
        </p:nvSpPr>
        <p:spPr>
          <a:xfrm xmlns:a="http://schemas.openxmlformats.org/drawingml/2006/main">
            <a:off x="781050" y="42576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Người mua</a:t>
            </a:r>
          </a:p>
        </p:txBody>
      </p:sp>
      <p:sp>
        <p:nvSpPr>
          <p:cNvPr id="37" name="">
            <a:extLst xmlns:a="http://schemas.openxmlformats.org/drawingml/2006/main">
              <a:ext uri="{FF2B5EF4-FFF2-40B4-BE49-F238E27FC236}">
                <a16:creationId xmlns:a16="http://schemas.microsoft.com/office/drawing/2014/main" id="{66D2E21D-73AF-4426-B027-7D9F730A98FC}"/>
              </a:ext>
            </a:extLst>
          </p:cNvPr>
          <p:cNvSpPr>
            <a:spLocks xmlns:a="http://schemas.openxmlformats.org/drawingml/2006/main" noGrp="1"/>
          </p:cNvSpPr>
          <p:nvPr/>
        </p:nvSpPr>
        <p:spPr>
          <a:xfrm xmlns:a="http://schemas.openxmlformats.org/drawingml/2006/main">
            <a:off x="3067050" y="41814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8" name="">
            <a:extLst xmlns:a="http://schemas.openxmlformats.org/drawingml/2006/main">
              <a:ext uri="{FF2B5EF4-FFF2-40B4-BE49-F238E27FC236}">
                <a16:creationId xmlns:a16="http://schemas.microsoft.com/office/drawing/2014/main" id="{04B3A51B-4D60-4196-B70F-95F27391C431}"/>
              </a:ext>
            </a:extLst>
          </p:cNvPr>
          <p:cNvSpPr>
            <a:spLocks xmlns:a="http://schemas.openxmlformats.org/drawingml/2006/main" noGrp="1"/>
          </p:cNvSpPr>
          <p:nvPr/>
        </p:nvSpPr>
        <p:spPr>
          <a:xfrm xmlns:a="http://schemas.openxmlformats.org/drawingml/2006/main">
            <a:off x="3162300" y="42576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user_id khớp user đăng nhập</a:t>
            </a:r>
          </a:p>
        </p:txBody>
      </p:sp>
      <p:sp>
        <p:nvSpPr>
          <p:cNvPr id="39" name="">
            <a:extLst xmlns:a="http://schemas.openxmlformats.org/drawingml/2006/main">
              <a:ext uri="{FF2B5EF4-FFF2-40B4-BE49-F238E27FC236}">
                <a16:creationId xmlns:a16="http://schemas.microsoft.com/office/drawing/2014/main" id="{1C3BAC8E-B36C-43E5-A93A-FB3E4DA565CB}"/>
              </a:ext>
            </a:extLst>
          </p:cNvPr>
          <p:cNvSpPr>
            <a:spLocks xmlns:a="http://schemas.openxmlformats.org/drawingml/2006/main" noGrp="1"/>
          </p:cNvSpPr>
          <p:nvPr/>
        </p:nvSpPr>
        <p:spPr>
          <a:xfrm xmlns:a="http://schemas.openxmlformats.org/drawingml/2006/main">
            <a:off x="6781800" y="41814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0" name="">
            <a:extLst xmlns:a="http://schemas.openxmlformats.org/drawingml/2006/main">
              <a:ext uri="{FF2B5EF4-FFF2-40B4-BE49-F238E27FC236}">
                <a16:creationId xmlns:a16="http://schemas.microsoft.com/office/drawing/2014/main" id="{E367BE4A-B118-4586-9517-36548E5551FE}"/>
              </a:ext>
            </a:extLst>
          </p:cNvPr>
          <p:cNvSpPr>
            <a:spLocks xmlns:a="http://schemas.openxmlformats.org/drawingml/2006/main" noGrp="1"/>
          </p:cNvSpPr>
          <p:nvPr/>
        </p:nvSpPr>
        <p:spPr>
          <a:xfrm xmlns:a="http://schemas.openxmlformats.org/drawingml/2006/main">
            <a:off x="6877050" y="42576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user_id khớp user đăng nhập</a:t>
            </a:r>
          </a:p>
        </p:txBody>
      </p:sp>
      <p:sp>
        <p:nvSpPr>
          <p:cNvPr id="41" name="">
            <a:extLst xmlns:a="http://schemas.openxmlformats.org/drawingml/2006/main">
              <a:ext uri="{FF2B5EF4-FFF2-40B4-BE49-F238E27FC236}">
                <a16:creationId xmlns:a16="http://schemas.microsoft.com/office/drawing/2014/main" id="{BA20177A-6CBA-4082-8E6B-2E356DEE4ECB}"/>
              </a:ext>
            </a:extLst>
          </p:cNvPr>
          <p:cNvSpPr>
            <a:spLocks xmlns:a="http://schemas.openxmlformats.org/drawingml/2006/main" noGrp="1"/>
          </p:cNvSpPr>
          <p:nvPr/>
        </p:nvSpPr>
        <p:spPr>
          <a:xfrm xmlns:a="http://schemas.openxmlformats.org/drawingml/2006/main">
            <a:off x="685800" y="46767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2" name="">
            <a:extLst xmlns:a="http://schemas.openxmlformats.org/drawingml/2006/main">
              <a:ext uri="{FF2B5EF4-FFF2-40B4-BE49-F238E27FC236}">
                <a16:creationId xmlns:a16="http://schemas.microsoft.com/office/drawing/2014/main" id="{60166C80-7270-4B21-8FC1-ADF63A125845}"/>
              </a:ext>
            </a:extLst>
          </p:cNvPr>
          <p:cNvSpPr>
            <a:spLocks xmlns:a="http://schemas.openxmlformats.org/drawingml/2006/main" noGrp="1"/>
          </p:cNvSpPr>
          <p:nvPr/>
        </p:nvSpPr>
        <p:spPr>
          <a:xfrm xmlns:a="http://schemas.openxmlformats.org/drawingml/2006/main">
            <a:off x="781050" y="47529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Kết quả</a:t>
            </a:r>
          </a:p>
        </p:txBody>
      </p:sp>
      <p:sp>
        <p:nvSpPr>
          <p:cNvPr id="43" name="">
            <a:extLst xmlns:a="http://schemas.openxmlformats.org/drawingml/2006/main">
              <a:ext uri="{FF2B5EF4-FFF2-40B4-BE49-F238E27FC236}">
                <a16:creationId xmlns:a16="http://schemas.microsoft.com/office/drawing/2014/main" id="{44B021FB-F774-4D92-BB2B-BAF7DB617BEC}"/>
              </a:ext>
            </a:extLst>
          </p:cNvPr>
          <p:cNvSpPr>
            <a:spLocks xmlns:a="http://schemas.openxmlformats.org/drawingml/2006/main" noGrp="1"/>
          </p:cNvSpPr>
          <p:nvPr/>
        </p:nvSpPr>
        <p:spPr>
          <a:xfrm xmlns:a="http://schemas.openxmlformats.org/drawingml/2006/main">
            <a:off x="3067050" y="46767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4" name="">
            <a:extLst xmlns:a="http://schemas.openxmlformats.org/drawingml/2006/main">
              <a:ext uri="{FF2B5EF4-FFF2-40B4-BE49-F238E27FC236}">
                <a16:creationId xmlns:a16="http://schemas.microsoft.com/office/drawing/2014/main" id="{3A8D2D91-5A81-473B-A62B-61DC9011EC36}"/>
              </a:ext>
            </a:extLst>
          </p:cNvPr>
          <p:cNvSpPr>
            <a:spLocks xmlns:a="http://schemas.openxmlformats.org/drawingml/2006/main" noGrp="1"/>
          </p:cNvSpPr>
          <p:nvPr/>
        </p:nvSpPr>
        <p:spPr>
          <a:xfrm xmlns:a="http://schemas.openxmlformats.org/drawingml/2006/main">
            <a:off x="3162300" y="47529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total_amount đúng; status pending</a:t>
            </a:r>
          </a:p>
        </p:txBody>
      </p:sp>
      <p:sp>
        <p:nvSpPr>
          <p:cNvPr id="45" name="">
            <a:extLst xmlns:a="http://schemas.openxmlformats.org/drawingml/2006/main">
              <a:ext uri="{FF2B5EF4-FFF2-40B4-BE49-F238E27FC236}">
                <a16:creationId xmlns:a16="http://schemas.microsoft.com/office/drawing/2014/main" id="{0E621D01-DBDD-4734-B97E-E469899BBBA8}"/>
              </a:ext>
            </a:extLst>
          </p:cNvPr>
          <p:cNvSpPr>
            <a:spLocks xmlns:a="http://schemas.openxmlformats.org/drawingml/2006/main" noGrp="1"/>
          </p:cNvSpPr>
          <p:nvPr/>
        </p:nvSpPr>
        <p:spPr>
          <a:xfrm xmlns:a="http://schemas.openxmlformats.org/drawingml/2006/main">
            <a:off x="6781800" y="46767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6" name="">
            <a:extLst xmlns:a="http://schemas.openxmlformats.org/drawingml/2006/main">
              <a:ext uri="{FF2B5EF4-FFF2-40B4-BE49-F238E27FC236}">
                <a16:creationId xmlns:a16="http://schemas.microsoft.com/office/drawing/2014/main" id="{35C5BF81-E3AD-4A93-92BC-CD9E0944A507}"/>
              </a:ext>
            </a:extLst>
          </p:cNvPr>
          <p:cNvSpPr>
            <a:spLocks xmlns:a="http://schemas.openxmlformats.org/drawingml/2006/main" noGrp="1"/>
          </p:cNvSpPr>
          <p:nvPr/>
        </p:nvSpPr>
        <p:spPr>
          <a:xfrm xmlns:a="http://schemas.openxmlformats.org/drawingml/2006/main">
            <a:off x="6877050" y="47529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72033"/>
                </a:solidFill>
              </a:defRPr>
            </a:pPr>
            <a:r>
              <a:rPr sz="1275" b="0">
                <a:solidFill>
                  <a:srgbClr val="172033"/>
                </a:solidFill>
              </a:rPr>
              <a:t>total_amount đúng; status pending</a:t>
            </a:r>
          </a:p>
        </p:txBody>
      </p:sp>
    </p:spTree>
    <p:extLst>
      <p:ext uri="{BB962C8B-B14F-4D97-AF65-F5344CB8AC3E}">
        <p14:creationId xmlns:p14="http://schemas.microsoft.com/office/powerpoint/2010/main" val="63393258"/>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379081-B69A-4AC5-A478-1F558A87AD4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6B7EE5-9D43-4227-B981-C28809EFD48B}"/>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LIVE DEMO TONIC.AI</a:t>
            </a:r>
          </a:p>
        </p:txBody>
      </p:sp>
      <p:sp>
        <p:nvSpPr>
          <p:cNvPr id="3" name="">
            <a:extLst xmlns:a="http://schemas.openxmlformats.org/drawingml/2006/main">
              <a:ext uri="{FF2B5EF4-FFF2-40B4-BE49-F238E27FC236}">
                <a16:creationId xmlns:a16="http://schemas.microsoft.com/office/drawing/2014/main" id="{CF9C65F0-5CE7-49D3-8FE8-39192105C816}"/>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Mask dữ liệu users trước khi dùng cho test</a:t>
            </a:r>
          </a:p>
        </p:txBody>
      </p:sp>
      <p:sp>
        <p:nvSpPr>
          <p:cNvPr id="4" name="">
            <a:extLst xmlns:a="http://schemas.openxmlformats.org/drawingml/2006/main">
              <a:ext uri="{FF2B5EF4-FFF2-40B4-BE49-F238E27FC236}">
                <a16:creationId xmlns:a16="http://schemas.microsoft.com/office/drawing/2014/main" id="{6154C953-5142-4344-ABBB-A264857207DB}"/>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Giữ cấu trúc, thay dữ liệu nhạy cảm</a:t>
            </a:r>
          </a:p>
        </p:txBody>
      </p:sp>
      <p:sp>
        <p:nvSpPr>
          <p:cNvPr id="5" name="">
            <a:extLst xmlns:a="http://schemas.openxmlformats.org/drawingml/2006/main">
              <a:ext uri="{FF2B5EF4-FFF2-40B4-BE49-F238E27FC236}">
                <a16:creationId xmlns:a16="http://schemas.microsoft.com/office/drawing/2014/main" id="{F32A2BF0-57A8-4DB5-9173-E75A57C620AC}"/>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11 / 15</a:t>
            </a:r>
          </a:p>
        </p:txBody>
      </p:sp>
      <p:sp>
        <p:nvSpPr>
          <p:cNvPr id="6" name="">
            <a:extLst xmlns:a="http://schemas.openxmlformats.org/drawingml/2006/main">
              <a:ext uri="{FF2B5EF4-FFF2-40B4-BE49-F238E27FC236}">
                <a16:creationId xmlns:a16="http://schemas.microsoft.com/office/drawing/2014/main" id="{81BCA38B-8D33-491A-A5D8-5DB0A30D1CAF}"/>
              </a:ext>
            </a:extLst>
          </p:cNvPr>
          <p:cNvSpPr>
            <a:spLocks xmlns:a="http://schemas.openxmlformats.org/drawingml/2006/main" noGrp="1"/>
          </p:cNvSpPr>
          <p:nvPr/>
        </p:nvSpPr>
        <p:spPr>
          <a:xfrm xmlns:a="http://schemas.openxmlformats.org/drawingml/2006/main">
            <a:off x="0" y="6810375"/>
            <a:ext cx="84391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5474ED-D999-427E-A233-AE66AD5894EE}"/>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1a6f73225f3439d"/>
          <a:stretch xmlns:a="http://schemas.openxmlformats.org/drawingml/2006/main"/>
        </p:blipFill>
        <p:spPr>
          <a:xfrm xmlns:a="http://schemas.openxmlformats.org/drawingml/2006/main">
            <a:off x="762000" y="2209304"/>
            <a:ext cx="4800600" cy="305851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9A7EE9C-0D0F-4AE4-A9E9-76B3300003C2}"/>
              </a:ext>
            </a:extLst>
          </p:cNvPr>
          <p:cNvSpPr>
            <a:spLocks xmlns:a="http://schemas.openxmlformats.org/drawingml/2006/main" noGrp="1"/>
          </p:cNvSpPr>
          <p:nvPr/>
        </p:nvSpPr>
        <p:spPr>
          <a:xfrm xmlns:a="http://schemas.openxmlformats.org/drawingml/2006/main">
            <a:off x="6096000" y="21431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1. Upload users.csv vào File Group users</a:t>
            </a:r>
          </a:p>
        </p:txBody>
      </p:sp>
      <p:sp>
        <p:nvSpPr>
          <p:cNvPr id="10" name="">
            <a:extLst xmlns:a="http://schemas.openxmlformats.org/drawingml/2006/main">
              <a:ext uri="{FF2B5EF4-FFF2-40B4-BE49-F238E27FC236}">
                <a16:creationId xmlns:a16="http://schemas.microsoft.com/office/drawing/2014/main" id="{2EDBF387-AB06-4D10-9F46-11A491671047}"/>
              </a:ext>
            </a:extLst>
          </p:cNvPr>
          <p:cNvSpPr>
            <a:spLocks xmlns:a="http://schemas.openxmlformats.org/drawingml/2006/main" noGrp="1"/>
          </p:cNvSpPr>
          <p:nvPr/>
        </p:nvSpPr>
        <p:spPr>
          <a:xfrm xmlns:a="http://schemas.openxmlformats.org/drawingml/2006/main">
            <a:off x="6096000" y="26574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2. Gán generator cho name, email và phone</a:t>
            </a:r>
          </a:p>
        </p:txBody>
      </p:sp>
      <p:sp>
        <p:nvSpPr>
          <p:cNvPr id="11" name="">
            <a:extLst xmlns:a="http://schemas.openxmlformats.org/drawingml/2006/main">
              <a:ext uri="{FF2B5EF4-FFF2-40B4-BE49-F238E27FC236}">
                <a16:creationId xmlns:a16="http://schemas.microsoft.com/office/drawing/2014/main" id="{4CED5D96-70B7-4D3E-B55C-A58141E0099B}"/>
              </a:ext>
            </a:extLst>
          </p:cNvPr>
          <p:cNvSpPr>
            <a:spLocks xmlns:a="http://schemas.openxmlformats.org/drawingml/2006/main" noGrp="1"/>
          </p:cNvSpPr>
          <p:nvPr/>
        </p:nvSpPr>
        <p:spPr>
          <a:xfrm xmlns:a="http://schemas.openxmlformats.org/drawingml/2006/main">
            <a:off x="6096000" y="31718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3. Scramble password; mask shipping_address</a:t>
            </a:r>
          </a:p>
        </p:txBody>
      </p:sp>
      <p:sp>
        <p:nvSpPr>
          <p:cNvPr id="12" name="">
            <a:extLst xmlns:a="http://schemas.openxmlformats.org/drawingml/2006/main">
              <a:ext uri="{FF2B5EF4-FFF2-40B4-BE49-F238E27FC236}">
                <a16:creationId xmlns:a16="http://schemas.microsoft.com/office/drawing/2014/main" id="{F010F4E8-3AB5-45FB-B466-168197DEC054}"/>
              </a:ext>
            </a:extLst>
          </p:cNvPr>
          <p:cNvSpPr>
            <a:spLocks xmlns:a="http://schemas.openxmlformats.org/drawingml/2006/main" noGrp="1"/>
          </p:cNvSpPr>
          <p:nvPr/>
        </p:nvSpPr>
        <p:spPr>
          <a:xfrm xmlns:a="http://schemas.openxmlformats.org/drawingml/2006/main">
            <a:off x="6096000" y="36861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4. Run Generation và tải CSV đã mask</a:t>
            </a:r>
          </a:p>
        </p:txBody>
      </p:sp>
      <p:sp>
        <p:nvSpPr>
          <p:cNvPr id="13" name="">
            <a:extLst xmlns:a="http://schemas.openxmlformats.org/drawingml/2006/main">
              <a:ext uri="{FF2B5EF4-FFF2-40B4-BE49-F238E27FC236}">
                <a16:creationId xmlns:a16="http://schemas.microsoft.com/office/drawing/2014/main" id="{37433743-FF1B-4B85-8203-09C0BF46279B}"/>
              </a:ext>
            </a:extLst>
          </p:cNvPr>
          <p:cNvSpPr>
            <a:spLocks xmlns:a="http://schemas.openxmlformats.org/drawingml/2006/main" noGrp="1"/>
          </p:cNvSpPr>
          <p:nvPr/>
        </p:nvSpPr>
        <p:spPr>
          <a:xfrm xmlns:a="http://schemas.openxmlformats.org/drawingml/2006/main">
            <a:off x="6096000" y="4476750"/>
            <a:ext cx="5143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B95C123F-8FE7-4273-A0C3-1420A56C3D67}"/>
              </a:ext>
            </a:extLst>
          </p:cNvPr>
          <p:cNvSpPr>
            <a:spLocks xmlns:a="http://schemas.openxmlformats.org/drawingml/2006/main" noGrp="1"/>
          </p:cNvSpPr>
          <p:nvPr/>
        </p:nvSpPr>
        <p:spPr>
          <a:xfrm xmlns:a="http://schemas.openxmlformats.org/drawingml/2006/main">
            <a:off x="6096000" y="4476750"/>
            <a:ext cx="51435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EF6FE33-7CFA-443E-9153-99F7D7B8A6C7}"/>
              </a:ext>
            </a:extLst>
          </p:cNvPr>
          <p:cNvSpPr>
            <a:spLocks xmlns:a="http://schemas.openxmlformats.org/drawingml/2006/main" noGrp="1"/>
          </p:cNvSpPr>
          <p:nvPr/>
        </p:nvSpPr>
        <p:spPr>
          <a:xfrm xmlns:a="http://schemas.openxmlformats.org/drawingml/2006/main">
            <a:off x="6286500" y="47148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72033"/>
                </a:solidFill>
              </a:defRPr>
            </a:pPr>
            <a:r>
              <a:rPr sz="1500" b="1">
                <a:solidFill>
                  <a:srgbClr val="172033"/>
                </a:solidFill>
              </a:rPr>
              <a:t>Giữ id và role để quan hệ đơn hàng và phân quyền vẫn dùng được.</a:t>
            </a:r>
          </a:p>
        </p:txBody>
      </p:sp>
    </p:spTree>
    <p:extLst>
      <p:ext uri="{BB962C8B-B14F-4D97-AF65-F5344CB8AC3E}">
        <p14:creationId xmlns:p14="http://schemas.microsoft.com/office/powerpoint/2010/main" val="401244632"/>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E7A5A38-5F65-4022-A492-3483A3C5E9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59EC30-C48E-4F65-AE4C-BD88F80AE708}"/>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GIỚI HẠN HIỆN TẠI</a:t>
            </a:r>
          </a:p>
        </p:txBody>
      </p:sp>
      <p:sp>
        <p:nvSpPr>
          <p:cNvPr id="3" name="">
            <a:extLst xmlns:a="http://schemas.openxmlformats.org/drawingml/2006/main">
              <a:ext uri="{FF2B5EF4-FFF2-40B4-BE49-F238E27FC236}">
                <a16:creationId xmlns:a16="http://schemas.microsoft.com/office/drawing/2014/main" id="{EBBFA3C1-1504-4E0E-905C-92C1676F8875}"/>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Demo chứng minh quy trình, chưa chứng minh tính di động</a:t>
            </a:r>
          </a:p>
        </p:txBody>
      </p:sp>
      <p:sp>
        <p:nvSpPr>
          <p:cNvPr id="4" name="">
            <a:extLst xmlns:a="http://schemas.openxmlformats.org/drawingml/2006/main">
              <a:ext uri="{FF2B5EF4-FFF2-40B4-BE49-F238E27FC236}">
                <a16:creationId xmlns:a16="http://schemas.microsoft.com/office/drawing/2014/main" id="{079B79A7-D1D9-4578-A9FA-156117155068}"/>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Proof of concept</a:t>
            </a:r>
          </a:p>
        </p:txBody>
      </p:sp>
      <p:sp>
        <p:nvSpPr>
          <p:cNvPr id="5" name="">
            <a:extLst xmlns:a="http://schemas.openxmlformats.org/drawingml/2006/main">
              <a:ext uri="{FF2B5EF4-FFF2-40B4-BE49-F238E27FC236}">
                <a16:creationId xmlns:a16="http://schemas.microsoft.com/office/drawing/2014/main" id="{8EB46253-E296-4A2D-A0E7-6AD2E51C82C9}"/>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12 / 15</a:t>
            </a:r>
          </a:p>
        </p:txBody>
      </p:sp>
      <p:sp>
        <p:nvSpPr>
          <p:cNvPr id="6" name="">
            <a:extLst xmlns:a="http://schemas.openxmlformats.org/drawingml/2006/main">
              <a:ext uri="{FF2B5EF4-FFF2-40B4-BE49-F238E27FC236}">
                <a16:creationId xmlns:a16="http://schemas.microsoft.com/office/drawing/2014/main" id="{45E7CAC9-8A0B-42D2-A622-398A5FAE65C0}"/>
              </a:ext>
            </a:extLst>
          </p:cNvPr>
          <p:cNvSpPr>
            <a:spLocks xmlns:a="http://schemas.openxmlformats.org/drawingml/2006/main" noGrp="1"/>
          </p:cNvSpPr>
          <p:nvPr/>
        </p:nvSpPr>
        <p:spPr>
          <a:xfrm xmlns:a="http://schemas.openxmlformats.org/drawingml/2006/main">
            <a:off x="0" y="6810375"/>
            <a:ext cx="938212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86F6BA-0229-4EE3-85B8-5514FED6C593}"/>
              </a:ext>
            </a:extLst>
          </p:cNvPr>
          <p:cNvSpPr>
            <a:spLocks xmlns:a="http://schemas.openxmlformats.org/drawingml/2006/main" noGrp="1"/>
          </p:cNvSpPr>
          <p:nvPr/>
        </p:nvSpPr>
        <p:spPr>
          <a:xfrm xmlns:a="http://schemas.openxmlformats.org/drawingml/2006/main">
            <a:off x="685800" y="1952625"/>
            <a:ext cx="5219700" cy="285750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465F1B-FEED-4AC9-A422-44FD46CD8474}"/>
              </a:ext>
            </a:extLst>
          </p:cNvPr>
          <p:cNvSpPr>
            <a:spLocks xmlns:a="http://schemas.openxmlformats.org/drawingml/2006/main" noGrp="1"/>
          </p:cNvSpPr>
          <p:nvPr/>
        </p:nvSpPr>
        <p:spPr>
          <a:xfrm xmlns:a="http://schemas.openxmlformats.org/drawingml/2006/main">
            <a:off x="685800" y="1952625"/>
            <a:ext cx="47625" cy="28575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64D2642-A0B2-40CC-AE4B-E73AA26BD199}"/>
              </a:ext>
            </a:extLst>
          </p:cNvPr>
          <p:cNvSpPr>
            <a:spLocks xmlns:a="http://schemas.openxmlformats.org/drawingml/2006/main" noGrp="1"/>
          </p:cNvSpPr>
          <p:nvPr/>
        </p:nvSpPr>
        <p:spPr>
          <a:xfrm xmlns:a="http://schemas.openxmlformats.org/drawingml/2006/main">
            <a:off x="914400" y="2143125"/>
            <a:ext cx="48196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D9E5F5"/>
                </a:solidFill>
              </a:defRPr>
            </a:pPr>
            <a:r>
              <a:rPr sz="1350" b="0">
                <a:solidFill>
                  <a:srgbClr val="D9E5F5"/>
                </a:solidFill>
              </a:rPr>
              <a:t>DriverManager.getConnection(</a:t>
            </a:r>
          </a:p>
          <a:p xmlns:a="http://schemas.openxmlformats.org/drawingml/2006/main">
            <a:pPr algn="l">
              <a:buNone/>
              <a:defRPr sz="1350" b="0">
                <a:solidFill>
                  <a:srgbClr val="D9E5F5"/>
                </a:solidFill>
              </a:defRPr>
            </a:pPr>
            <a:r>
              <a:rPr sz="1350" b="0">
                <a:solidFill>
                  <a:srgbClr val="D9E5F5"/>
                </a:solidFill>
              </a:rPr>
              <a:t>  "jdbc:hsqldb:mem:rider_hello...",</a:t>
            </a:r>
          </a:p>
          <a:p xmlns:a="http://schemas.openxmlformats.org/drawingml/2006/main">
            <a:pPr algn="l">
              <a:buNone/>
              <a:defRPr sz="1350" b="0">
                <a:solidFill>
                  <a:srgbClr val="D9E5F5"/>
                </a:solidFill>
              </a:defRPr>
            </a:pPr>
            <a:r>
              <a:rPr sz="1350" b="0">
                <a:solidFill>
                  <a:srgbClr val="D9E5F5"/>
                </a:solidFill>
              </a:rPr>
              <a:t>  "sa", "");</a:t>
            </a:r>
          </a:p>
          <a:p xmlns:a="http://schemas.openxmlformats.org/drawingml/2006/main">
            <a:r>
              <a:t/>
            </a:r>
          </a:p>
          <a:p xmlns:a="http://schemas.openxmlformats.org/drawingml/2006/main">
            <a:pPr algn="l">
              <a:buNone/>
              <a:defRPr sz="1350" b="0">
                <a:solidFill>
                  <a:srgbClr val="D9E5F5"/>
                </a:solidFill>
              </a:defRPr>
            </a:pPr>
            <a:r>
              <a:rPr sz="1350" b="0">
                <a:solidFill>
                  <a:srgbClr val="D9E5F5"/>
                </a:solidFill>
              </a:rPr>
              <a:t>statement.execute(</a:t>
            </a:r>
          </a:p>
          <a:p xmlns:a="http://schemas.openxmlformats.org/drawingml/2006/main">
            <a:pPr algn="l">
              <a:buNone/>
              <a:defRPr sz="1350" b="0">
                <a:solidFill>
                  <a:srgbClr val="D9E5F5"/>
                </a:solidFill>
              </a:defRPr>
            </a:pPr>
            <a:r>
              <a:rPr sz="1350" b="0">
                <a:solidFill>
                  <a:srgbClr val="D9E5F5"/>
                </a:solidFill>
              </a:rPr>
              <a:t>  "CREATE TABLE PRODUCT (...)");</a:t>
            </a:r>
          </a:p>
          <a:p xmlns:a="http://schemas.openxmlformats.org/drawingml/2006/main">
            <a:r>
              <a:t/>
            </a:r>
          </a:p>
          <a:p xmlns:a="http://schemas.openxmlformats.org/drawingml/2006/main">
            <a:pPr algn="l">
              <a:buNone/>
              <a:defRPr sz="1350" b="0">
                <a:solidFill>
                  <a:srgbClr val="D9E5F5"/>
                </a:solidFill>
              </a:defRPr>
            </a:pPr>
            <a:r>
              <a:rPr sz="1350" b="0">
                <a:solidFill>
                  <a:srgbClr val="D9E5F5"/>
                </a:solidFill>
              </a:rPr>
              <a:t>assertEquals(2, resultSet.getInt(1));</a:t>
            </a:r>
          </a:p>
        </p:txBody>
      </p:sp>
      <p:sp>
        <p:nvSpPr>
          <p:cNvPr id="10" name="">
            <a:extLst xmlns:a="http://schemas.openxmlformats.org/drawingml/2006/main">
              <a:ext uri="{FF2B5EF4-FFF2-40B4-BE49-F238E27FC236}">
                <a16:creationId xmlns:a16="http://schemas.microsoft.com/office/drawing/2014/main" id="{C8C06EB7-09D3-43E0-97D5-46DBE17D2340}"/>
              </a:ext>
            </a:extLst>
          </p:cNvPr>
          <p:cNvSpPr>
            <a:spLocks xmlns:a="http://schemas.openxmlformats.org/drawingml/2006/main" noGrp="1"/>
          </p:cNvSpPr>
          <p:nvPr/>
        </p:nvSpPr>
        <p:spPr>
          <a:xfrm xmlns:a="http://schemas.openxmlformats.org/drawingml/2006/main">
            <a:off x="6305550" y="19526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1" name="">
            <a:extLst xmlns:a="http://schemas.openxmlformats.org/drawingml/2006/main">
              <a:ext uri="{FF2B5EF4-FFF2-40B4-BE49-F238E27FC236}">
                <a16:creationId xmlns:a16="http://schemas.microsoft.com/office/drawing/2014/main" id="{16F4FA5B-0739-4375-A868-CABC918DAAC2}"/>
              </a:ext>
            </a:extLst>
          </p:cNvPr>
          <p:cNvSpPr>
            <a:spLocks xmlns:a="http://schemas.openxmlformats.org/drawingml/2006/main" noGrp="1"/>
          </p:cNvSpPr>
          <p:nvPr/>
        </p:nvSpPr>
        <p:spPr>
          <a:xfrm xmlns:a="http://schemas.openxmlformats.org/drawingml/2006/main">
            <a:off x="6305550" y="19526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4C406F-7398-45C2-AE39-E21AAEDC8407}"/>
              </a:ext>
            </a:extLst>
          </p:cNvPr>
          <p:cNvSpPr>
            <a:spLocks xmlns:a="http://schemas.openxmlformats.org/drawingml/2006/main" noGrp="1"/>
          </p:cNvSpPr>
          <p:nvPr/>
        </p:nvSpPr>
        <p:spPr>
          <a:xfrm xmlns:a="http://schemas.openxmlformats.org/drawingml/2006/main">
            <a:off x="6477000" y="20669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Database engine và thông tin kết nối bị cố định</a:t>
            </a:r>
          </a:p>
        </p:txBody>
      </p:sp>
      <p:sp>
        <p:nvSpPr>
          <p:cNvPr id="13" name="">
            <a:extLst xmlns:a="http://schemas.openxmlformats.org/drawingml/2006/main">
              <a:ext uri="{FF2B5EF4-FFF2-40B4-BE49-F238E27FC236}">
                <a16:creationId xmlns:a16="http://schemas.microsoft.com/office/drawing/2014/main" id="{7C8BFD54-53A0-4387-8C25-3C8896C758AD}"/>
              </a:ext>
            </a:extLst>
          </p:cNvPr>
          <p:cNvSpPr>
            <a:spLocks xmlns:a="http://schemas.openxmlformats.org/drawingml/2006/main" noGrp="1"/>
          </p:cNvSpPr>
          <p:nvPr/>
        </p:nvSpPr>
        <p:spPr>
          <a:xfrm xmlns:a="http://schemas.openxmlformats.org/drawingml/2006/main">
            <a:off x="6305550" y="26765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4" name="">
            <a:extLst xmlns:a="http://schemas.openxmlformats.org/drawingml/2006/main">
              <a:ext uri="{FF2B5EF4-FFF2-40B4-BE49-F238E27FC236}">
                <a16:creationId xmlns:a16="http://schemas.microsoft.com/office/drawing/2014/main" id="{CBAE15E8-83A6-4C39-B5D5-A8C6025A0F53}"/>
              </a:ext>
            </a:extLst>
          </p:cNvPr>
          <p:cNvSpPr>
            <a:spLocks xmlns:a="http://schemas.openxmlformats.org/drawingml/2006/main" noGrp="1"/>
          </p:cNvSpPr>
          <p:nvPr/>
        </p:nvSpPr>
        <p:spPr>
          <a:xfrm xmlns:a="http://schemas.openxmlformats.org/drawingml/2006/main">
            <a:off x="6305550" y="26765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5DDD91F-9471-4F42-A692-955F2EDF9BC4}"/>
              </a:ext>
            </a:extLst>
          </p:cNvPr>
          <p:cNvSpPr>
            <a:spLocks xmlns:a="http://schemas.openxmlformats.org/drawingml/2006/main" noGrp="1"/>
          </p:cNvSpPr>
          <p:nvPr/>
        </p:nvSpPr>
        <p:spPr>
          <a:xfrm xmlns:a="http://schemas.openxmlformats.org/drawingml/2006/main">
            <a:off x="6477000" y="27908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DDL và tên bảng nằm trong mã test</a:t>
            </a:r>
          </a:p>
        </p:txBody>
      </p:sp>
      <p:sp>
        <p:nvSpPr>
          <p:cNvPr id="16" name="">
            <a:extLst xmlns:a="http://schemas.openxmlformats.org/drawingml/2006/main">
              <a:ext uri="{FF2B5EF4-FFF2-40B4-BE49-F238E27FC236}">
                <a16:creationId xmlns:a16="http://schemas.microsoft.com/office/drawing/2014/main" id="{0F78C366-F80B-49DF-9214-1115F7C49950}"/>
              </a:ext>
            </a:extLst>
          </p:cNvPr>
          <p:cNvSpPr>
            <a:spLocks xmlns:a="http://schemas.openxmlformats.org/drawingml/2006/main" noGrp="1"/>
          </p:cNvSpPr>
          <p:nvPr/>
        </p:nvSpPr>
        <p:spPr>
          <a:xfrm xmlns:a="http://schemas.openxmlformats.org/drawingml/2006/main">
            <a:off x="6305550" y="34004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7" name="">
            <a:extLst xmlns:a="http://schemas.openxmlformats.org/drawingml/2006/main">
              <a:ext uri="{FF2B5EF4-FFF2-40B4-BE49-F238E27FC236}">
                <a16:creationId xmlns:a16="http://schemas.microsoft.com/office/drawing/2014/main" id="{BCBA71F1-F5AD-4E10-83D4-9C808272D16A}"/>
              </a:ext>
            </a:extLst>
          </p:cNvPr>
          <p:cNvSpPr>
            <a:spLocks xmlns:a="http://schemas.openxmlformats.org/drawingml/2006/main" noGrp="1"/>
          </p:cNvSpPr>
          <p:nvPr/>
        </p:nvSpPr>
        <p:spPr>
          <a:xfrm xmlns:a="http://schemas.openxmlformats.org/drawingml/2006/main">
            <a:off x="6305550" y="34004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FF57E3D-4976-4692-827B-F43B2AF08B5F}"/>
              </a:ext>
            </a:extLst>
          </p:cNvPr>
          <p:cNvSpPr>
            <a:spLocks xmlns:a="http://schemas.openxmlformats.org/drawingml/2006/main" noGrp="1"/>
          </p:cNvSpPr>
          <p:nvPr/>
        </p:nvSpPr>
        <p:spPr>
          <a:xfrm xmlns:a="http://schemas.openxmlformats.org/drawingml/2006/main">
            <a:off x="6477000" y="35147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Đường dẫn dataset và truy vấn SQL bị cố định</a:t>
            </a:r>
          </a:p>
        </p:txBody>
      </p:sp>
      <p:sp>
        <p:nvSpPr>
          <p:cNvPr id="19" name="">
            <a:extLst xmlns:a="http://schemas.openxmlformats.org/drawingml/2006/main">
              <a:ext uri="{FF2B5EF4-FFF2-40B4-BE49-F238E27FC236}">
                <a16:creationId xmlns:a16="http://schemas.microsoft.com/office/drawing/2014/main" id="{A3337C28-E3FC-4E6E-91BB-3B6C1720D381}"/>
              </a:ext>
            </a:extLst>
          </p:cNvPr>
          <p:cNvSpPr>
            <a:spLocks xmlns:a="http://schemas.openxmlformats.org/drawingml/2006/main" noGrp="1"/>
          </p:cNvSpPr>
          <p:nvPr/>
        </p:nvSpPr>
        <p:spPr>
          <a:xfrm xmlns:a="http://schemas.openxmlformats.org/drawingml/2006/main">
            <a:off x="6305550" y="41243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0" name="">
            <a:extLst xmlns:a="http://schemas.openxmlformats.org/drawingml/2006/main">
              <a:ext uri="{FF2B5EF4-FFF2-40B4-BE49-F238E27FC236}">
                <a16:creationId xmlns:a16="http://schemas.microsoft.com/office/drawing/2014/main" id="{46FCD120-3750-478C-A790-6D55AC1B2548}"/>
              </a:ext>
            </a:extLst>
          </p:cNvPr>
          <p:cNvSpPr>
            <a:spLocks xmlns:a="http://schemas.openxmlformats.org/drawingml/2006/main" noGrp="1"/>
          </p:cNvSpPr>
          <p:nvPr/>
        </p:nvSpPr>
        <p:spPr>
          <a:xfrm xmlns:a="http://schemas.openxmlformats.org/drawingml/2006/main">
            <a:off x="6305550" y="41243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F827C32-73F4-48C5-BEC2-E6DEB2E11F94}"/>
              </a:ext>
            </a:extLst>
          </p:cNvPr>
          <p:cNvSpPr>
            <a:spLocks xmlns:a="http://schemas.openxmlformats.org/drawingml/2006/main" noGrp="1"/>
          </p:cNvSpPr>
          <p:nvPr/>
        </p:nvSpPr>
        <p:spPr>
          <a:xfrm xmlns:a="http://schemas.openxmlformats.org/drawingml/2006/main">
            <a:off x="6477000" y="42386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Giá trị mong đợi chỉ mô tả ví dụ hiện tại</a:t>
            </a:r>
          </a:p>
        </p:txBody>
      </p:sp>
    </p:spTree>
    <p:extLst>
      <p:ext uri="{BB962C8B-B14F-4D97-AF65-F5344CB8AC3E}">
        <p14:creationId xmlns:p14="http://schemas.microsoft.com/office/powerpoint/2010/main" val="121986281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91BD4E9-95F8-4F22-96F7-822C5AA3671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491659-FA94-4D8E-8FBE-37DDA6350F13}"/>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ƯỚC LƯỢNG TÁI SỬ DỤNG</a:t>
            </a:r>
          </a:p>
        </p:txBody>
      </p:sp>
      <p:sp>
        <p:nvSpPr>
          <p:cNvPr id="3" name="">
            <a:extLst xmlns:a="http://schemas.openxmlformats.org/drawingml/2006/main">
              <a:ext uri="{FF2B5EF4-FFF2-40B4-BE49-F238E27FC236}">
                <a16:creationId xmlns:a16="http://schemas.microsoft.com/office/drawing/2014/main" id="{9FC07147-BE05-4B8A-9EE5-21E7757893B8}"/>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Hiện tại 30-40%; sau refactor có thể đạt 70-80%</a:t>
            </a:r>
          </a:p>
        </p:txBody>
      </p:sp>
      <p:sp>
        <p:nvSpPr>
          <p:cNvPr id="4" name="">
            <a:extLst xmlns:a="http://schemas.openxmlformats.org/drawingml/2006/main">
              <a:ext uri="{FF2B5EF4-FFF2-40B4-BE49-F238E27FC236}">
                <a16:creationId xmlns:a16="http://schemas.microsoft.com/office/drawing/2014/main" id="{AFF32251-B4B1-4F9F-954F-5445EEA06F89}"/>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Tính di động</a:t>
            </a:r>
          </a:p>
        </p:txBody>
      </p:sp>
      <p:sp>
        <p:nvSpPr>
          <p:cNvPr id="5" name="">
            <a:extLst xmlns:a="http://schemas.openxmlformats.org/drawingml/2006/main">
              <a:ext uri="{FF2B5EF4-FFF2-40B4-BE49-F238E27FC236}">
                <a16:creationId xmlns:a16="http://schemas.microsoft.com/office/drawing/2014/main" id="{9AF1AE90-4C69-4C77-8C71-CEBBE28CAA58}"/>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13 / 15</a:t>
            </a:r>
          </a:p>
        </p:txBody>
      </p:sp>
      <p:sp>
        <p:nvSpPr>
          <p:cNvPr id="6" name="">
            <a:extLst xmlns:a="http://schemas.openxmlformats.org/drawingml/2006/main">
              <a:ext uri="{FF2B5EF4-FFF2-40B4-BE49-F238E27FC236}">
                <a16:creationId xmlns:a16="http://schemas.microsoft.com/office/drawing/2014/main" id="{DF4C3478-54E1-40CA-BB06-EF9E01EFB54C}"/>
              </a:ext>
            </a:extLst>
          </p:cNvPr>
          <p:cNvSpPr>
            <a:spLocks xmlns:a="http://schemas.openxmlformats.org/drawingml/2006/main" noGrp="1"/>
          </p:cNvSpPr>
          <p:nvPr/>
        </p:nvSpPr>
        <p:spPr>
          <a:xfrm xmlns:a="http://schemas.openxmlformats.org/drawingml/2006/main">
            <a:off x="0" y="6810375"/>
            <a:ext cx="103155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C5781D-B244-431C-AB60-7F1AA8E73962}"/>
              </a:ext>
            </a:extLst>
          </p:cNvPr>
          <p:cNvSpPr>
            <a:spLocks xmlns:a="http://schemas.openxmlformats.org/drawingml/2006/main" noGrp="1"/>
          </p:cNvSpPr>
          <p:nvPr/>
        </p:nvSpPr>
        <p:spPr>
          <a:xfrm xmlns:a="http://schemas.openxmlformats.org/drawingml/2006/main">
            <a:off x="685800" y="1905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23B67"/>
                </a:solidFill>
              </a:defRPr>
            </a:pPr>
            <a:r>
              <a:rPr sz="1425" b="1">
                <a:solidFill>
                  <a:srgbClr val="123B67"/>
                </a:solidFill>
              </a:rPr>
              <a:t>Proof of concept hiện tại</a:t>
            </a:r>
          </a:p>
        </p:txBody>
      </p:sp>
      <p:sp>
        <p:nvSpPr>
          <p:cNvPr id="8" name="">
            <a:extLst xmlns:a="http://schemas.openxmlformats.org/drawingml/2006/main">
              <a:ext uri="{FF2B5EF4-FFF2-40B4-BE49-F238E27FC236}">
                <a16:creationId xmlns:a16="http://schemas.microsoft.com/office/drawing/2014/main" id="{58192A30-C676-4CB8-99F4-A32245F9B2A5}"/>
              </a:ext>
            </a:extLst>
          </p:cNvPr>
          <p:cNvSpPr>
            <a:spLocks xmlns:a="http://schemas.openxmlformats.org/drawingml/2006/main" noGrp="1"/>
          </p:cNvSpPr>
          <p:nvPr/>
        </p:nvSpPr>
        <p:spPr>
          <a:xfrm xmlns:a="http://schemas.openxmlformats.org/drawingml/2006/main">
            <a:off x="2762250" y="1924050"/>
            <a:ext cx="7524750" cy="266700"/>
          </a:xfrm>
          <a:prstGeom xmlns:a="http://schemas.openxmlformats.org/drawingml/2006/main" prst="rect">
            <a:avLst/>
          </a:prstGeom>
          <a:solidFill xmlns:a="http://schemas.openxmlformats.org/drawingml/2006/main">
            <a:srgbClr val="DCE5E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28DE87-4F7E-4DCA-920B-6C67D1331587}"/>
              </a:ext>
            </a:extLst>
          </p:cNvPr>
          <p:cNvSpPr>
            <a:spLocks xmlns:a="http://schemas.openxmlformats.org/drawingml/2006/main" noGrp="1"/>
          </p:cNvSpPr>
          <p:nvPr/>
        </p:nvSpPr>
        <p:spPr>
          <a:xfrm xmlns:a="http://schemas.openxmlformats.org/drawingml/2006/main">
            <a:off x="2762250" y="1924050"/>
            <a:ext cx="2628900" cy="2667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77691C-1C2D-4CCB-89F5-919C19942257}"/>
              </a:ext>
            </a:extLst>
          </p:cNvPr>
          <p:cNvSpPr>
            <a:spLocks xmlns:a="http://schemas.openxmlformats.org/drawingml/2006/main" noGrp="1"/>
          </p:cNvSpPr>
          <p:nvPr/>
        </p:nvSpPr>
        <p:spPr>
          <a:xfrm xmlns:a="http://schemas.openxmlformats.org/drawingml/2006/main">
            <a:off x="10429875" y="18669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30-40%</a:t>
            </a:r>
          </a:p>
        </p:txBody>
      </p:sp>
      <p:sp>
        <p:nvSpPr>
          <p:cNvPr id="11" name="">
            <a:extLst xmlns:a="http://schemas.openxmlformats.org/drawingml/2006/main">
              <a:ext uri="{FF2B5EF4-FFF2-40B4-BE49-F238E27FC236}">
                <a16:creationId xmlns:a16="http://schemas.microsoft.com/office/drawing/2014/main" id="{A18A3990-4CFA-4DFA-8E67-88363B6D932E}"/>
              </a:ext>
            </a:extLst>
          </p:cNvPr>
          <p:cNvSpPr>
            <a:spLocks xmlns:a="http://schemas.openxmlformats.org/drawingml/2006/main" noGrp="1"/>
          </p:cNvSpPr>
          <p:nvPr/>
        </p:nvSpPr>
        <p:spPr>
          <a:xfrm xmlns:a="http://schemas.openxmlformats.org/drawingml/2006/main">
            <a:off x="685800" y="2524125"/>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23B67"/>
                </a:solidFill>
              </a:defRPr>
            </a:pPr>
            <a:r>
              <a:rPr sz="1425" b="1">
                <a:solidFill>
                  <a:srgbClr val="123B67"/>
                </a:solidFill>
              </a:rPr>
              <a:t>Test harness sau refactor</a:t>
            </a:r>
          </a:p>
        </p:txBody>
      </p:sp>
      <p:sp>
        <p:nvSpPr>
          <p:cNvPr id="12" name="">
            <a:extLst xmlns:a="http://schemas.openxmlformats.org/drawingml/2006/main">
              <a:ext uri="{FF2B5EF4-FFF2-40B4-BE49-F238E27FC236}">
                <a16:creationId xmlns:a16="http://schemas.microsoft.com/office/drawing/2014/main" id="{7BBF100A-3021-42F5-9840-45CE648F5994}"/>
              </a:ext>
            </a:extLst>
          </p:cNvPr>
          <p:cNvSpPr>
            <a:spLocks xmlns:a="http://schemas.openxmlformats.org/drawingml/2006/main" noGrp="1"/>
          </p:cNvSpPr>
          <p:nvPr/>
        </p:nvSpPr>
        <p:spPr>
          <a:xfrm xmlns:a="http://schemas.openxmlformats.org/drawingml/2006/main">
            <a:off x="2762250" y="2543175"/>
            <a:ext cx="7524750" cy="266700"/>
          </a:xfrm>
          <a:prstGeom xmlns:a="http://schemas.openxmlformats.org/drawingml/2006/main" prst="rect">
            <a:avLst/>
          </a:prstGeom>
          <a:solidFill xmlns:a="http://schemas.openxmlformats.org/drawingml/2006/main">
            <a:srgbClr val="DCE5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8ED184-2EC4-4404-B51D-953F0E6420C1}"/>
              </a:ext>
            </a:extLst>
          </p:cNvPr>
          <p:cNvSpPr>
            <a:spLocks xmlns:a="http://schemas.openxmlformats.org/drawingml/2006/main" noGrp="1"/>
          </p:cNvSpPr>
          <p:nvPr/>
        </p:nvSpPr>
        <p:spPr>
          <a:xfrm xmlns:a="http://schemas.openxmlformats.org/drawingml/2006/main">
            <a:off x="2762250" y="2543175"/>
            <a:ext cx="5648325" cy="2667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C46A5D-CD97-45F6-B4ED-DDDC0D7628E5}"/>
              </a:ext>
            </a:extLst>
          </p:cNvPr>
          <p:cNvSpPr>
            <a:spLocks xmlns:a="http://schemas.openxmlformats.org/drawingml/2006/main" noGrp="1"/>
          </p:cNvSpPr>
          <p:nvPr/>
        </p:nvSpPr>
        <p:spPr>
          <a:xfrm xmlns:a="http://schemas.openxmlformats.org/drawingml/2006/main">
            <a:off x="10429875" y="2486025"/>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67"/>
                </a:solidFill>
              </a:defRPr>
            </a:pPr>
            <a:r>
              <a:rPr sz="1650" b="1">
                <a:solidFill>
                  <a:srgbClr val="123B67"/>
                </a:solidFill>
              </a:rPr>
              <a:t>70-80%</a:t>
            </a:r>
          </a:p>
        </p:txBody>
      </p:sp>
      <p:sp>
        <p:nvSpPr>
          <p:cNvPr id="15" name="">
            <a:extLst xmlns:a="http://schemas.openxmlformats.org/drawingml/2006/main">
              <a:ext uri="{FF2B5EF4-FFF2-40B4-BE49-F238E27FC236}">
                <a16:creationId xmlns:a16="http://schemas.microsoft.com/office/drawing/2014/main" id="{6589A501-A3F5-4BA2-A476-384465992A6F}"/>
              </a:ext>
            </a:extLst>
          </p:cNvPr>
          <p:cNvSpPr>
            <a:spLocks xmlns:a="http://schemas.openxmlformats.org/drawingml/2006/main" noGrp="1"/>
          </p:cNvSpPr>
          <p:nvPr/>
        </p:nvSpPr>
        <p:spPr>
          <a:xfrm xmlns:a="http://schemas.openxmlformats.org/drawingml/2006/main">
            <a:off x="685800" y="3286125"/>
            <a:ext cx="52197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AD348CA5-4CD1-4793-87B6-1F7AC49F2397}"/>
              </a:ext>
            </a:extLst>
          </p:cNvPr>
          <p:cNvSpPr>
            <a:spLocks xmlns:a="http://schemas.openxmlformats.org/drawingml/2006/main" noGrp="1"/>
          </p:cNvSpPr>
          <p:nvPr/>
        </p:nvSpPr>
        <p:spPr>
          <a:xfrm xmlns:a="http://schemas.openxmlformats.org/drawingml/2006/main">
            <a:off x="685800" y="3286125"/>
            <a:ext cx="52197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CDA6878-AFD8-4E9B-AF67-16A84CA54276}"/>
              </a:ext>
            </a:extLst>
          </p:cNvPr>
          <p:cNvSpPr>
            <a:spLocks xmlns:a="http://schemas.openxmlformats.org/drawingml/2006/main" noGrp="1"/>
          </p:cNvSpPr>
          <p:nvPr/>
        </p:nvSpPr>
        <p:spPr>
          <a:xfrm xmlns:a="http://schemas.openxmlformats.org/drawingml/2006/main">
            <a:off x="857250" y="3476625"/>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Có thể tái sử dụng</a:t>
            </a:r>
          </a:p>
        </p:txBody>
      </p:sp>
      <p:sp>
        <p:nvSpPr>
          <p:cNvPr id="18" name="">
            <a:extLst xmlns:a="http://schemas.openxmlformats.org/drawingml/2006/main">
              <a:ext uri="{FF2B5EF4-FFF2-40B4-BE49-F238E27FC236}">
                <a16:creationId xmlns:a16="http://schemas.microsoft.com/office/drawing/2014/main" id="{8998797B-5E8B-4C8F-B126-EFF069627F23}"/>
              </a:ext>
            </a:extLst>
          </p:cNvPr>
          <p:cNvSpPr>
            <a:spLocks xmlns:a="http://schemas.openxmlformats.org/drawingml/2006/main" noGrp="1"/>
          </p:cNvSpPr>
          <p:nvPr/>
        </p:nvSpPr>
        <p:spPr>
          <a:xfrm xmlns:a="http://schemas.openxmlformats.org/drawingml/2006/main">
            <a:off x="857250" y="3895725"/>
            <a:ext cx="4876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Dependency, connection factory, lifecycle, dataset loader, cleanup và reporting.</a:t>
            </a:r>
          </a:p>
        </p:txBody>
      </p:sp>
      <p:sp>
        <p:nvSpPr>
          <p:cNvPr id="19" name="">
            <a:extLst xmlns:a="http://schemas.openxmlformats.org/drawingml/2006/main">
              <a:ext uri="{FF2B5EF4-FFF2-40B4-BE49-F238E27FC236}">
                <a16:creationId xmlns:a16="http://schemas.microsoft.com/office/drawing/2014/main" id="{83C88E5A-542F-456D-8CED-E75ADB93E997}"/>
              </a:ext>
            </a:extLst>
          </p:cNvPr>
          <p:cNvSpPr>
            <a:spLocks xmlns:a="http://schemas.openxmlformats.org/drawingml/2006/main" noGrp="1"/>
          </p:cNvSpPr>
          <p:nvPr/>
        </p:nvSpPr>
        <p:spPr>
          <a:xfrm xmlns:a="http://schemas.openxmlformats.org/drawingml/2006/main">
            <a:off x="6286500" y="3286125"/>
            <a:ext cx="52197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0738DEB6-2818-41D8-9F15-143353A4FA62}"/>
              </a:ext>
            </a:extLst>
          </p:cNvPr>
          <p:cNvSpPr>
            <a:spLocks xmlns:a="http://schemas.openxmlformats.org/drawingml/2006/main" noGrp="1"/>
          </p:cNvSpPr>
          <p:nvPr/>
        </p:nvSpPr>
        <p:spPr>
          <a:xfrm xmlns:a="http://schemas.openxmlformats.org/drawingml/2006/main">
            <a:off x="6286500" y="3286125"/>
            <a:ext cx="521970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25D5C9-3040-48FC-93E9-C92EA6CA3FD1}"/>
              </a:ext>
            </a:extLst>
          </p:cNvPr>
          <p:cNvSpPr>
            <a:spLocks xmlns:a="http://schemas.openxmlformats.org/drawingml/2006/main" noGrp="1"/>
          </p:cNvSpPr>
          <p:nvPr/>
        </p:nvSpPr>
        <p:spPr>
          <a:xfrm xmlns:a="http://schemas.openxmlformats.org/drawingml/2006/main">
            <a:off x="6457950" y="3476625"/>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Đặc thù dự án</a:t>
            </a:r>
          </a:p>
        </p:txBody>
      </p:sp>
      <p:sp>
        <p:nvSpPr>
          <p:cNvPr id="22" name="">
            <a:extLst xmlns:a="http://schemas.openxmlformats.org/drawingml/2006/main">
              <a:ext uri="{FF2B5EF4-FFF2-40B4-BE49-F238E27FC236}">
                <a16:creationId xmlns:a16="http://schemas.microsoft.com/office/drawing/2014/main" id="{9190D2FC-7712-49BF-9D7F-BF1E835245D0}"/>
              </a:ext>
            </a:extLst>
          </p:cNvPr>
          <p:cNvSpPr>
            <a:spLocks xmlns:a="http://schemas.openxmlformats.org/drawingml/2006/main" noGrp="1"/>
          </p:cNvSpPr>
          <p:nvPr/>
        </p:nvSpPr>
        <p:spPr>
          <a:xfrm xmlns:a="http://schemas.openxmlformats.org/drawingml/2006/main">
            <a:off x="6457950" y="3895725"/>
            <a:ext cx="4876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Schema, cấu trúc bảng hoặc collection, dataset, truy vấn và assertion nghiệp vụ.</a:t>
            </a:r>
          </a:p>
        </p:txBody>
      </p:sp>
      <p:sp>
        <p:nvSpPr>
          <p:cNvPr id="23" name="">
            <a:extLst xmlns:a="http://schemas.openxmlformats.org/drawingml/2006/main">
              <a:ext uri="{FF2B5EF4-FFF2-40B4-BE49-F238E27FC236}">
                <a16:creationId xmlns:a16="http://schemas.microsoft.com/office/drawing/2014/main" id="{571861DE-8FB6-46EC-B27B-91FC6F2192D0}"/>
              </a:ext>
            </a:extLst>
          </p:cNvPr>
          <p:cNvSpPr>
            <a:spLocks xmlns:a="http://schemas.openxmlformats.org/drawingml/2006/main" noGrp="1"/>
          </p:cNvSpPr>
          <p:nvPr/>
        </p:nvSpPr>
        <p:spPr>
          <a:xfrm xmlns:a="http://schemas.openxmlformats.org/drawingml/2006/main">
            <a:off x="685800" y="52387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526579"/>
                </a:solidFill>
              </a:defRPr>
            </a:pPr>
            <a:r>
              <a:rPr sz="1125" b="0">
                <a:solidFill>
                  <a:srgbClr val="526579"/>
                </a:solidFill>
              </a:rPr>
              <a:t>Ước lượng kỹ thuật dựa trên cấu trúc code, không phải benchmark đã đo.</a:t>
            </a:r>
          </a:p>
        </p:txBody>
      </p:sp>
    </p:spTree>
    <p:extLst>
      <p:ext uri="{BB962C8B-B14F-4D97-AF65-F5344CB8AC3E}">
        <p14:creationId xmlns:p14="http://schemas.microsoft.com/office/powerpoint/2010/main" val="164423853"/>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E949FBF-2E99-4D98-84ED-3B762C6249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D45BD6-26AC-473D-BBA0-ED79F74D59E3}"/>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LIVE DEMO REFACTOR</a:t>
            </a:r>
          </a:p>
        </p:txBody>
      </p:sp>
      <p:sp>
        <p:nvSpPr>
          <p:cNvPr id="3" name="">
            <a:extLst xmlns:a="http://schemas.openxmlformats.org/drawingml/2006/main">
              <a:ext uri="{FF2B5EF4-FFF2-40B4-BE49-F238E27FC236}">
                <a16:creationId xmlns:a16="http://schemas.microsoft.com/office/drawing/2014/main" id="{DF321CC1-E746-42DF-94B3-57F271A2C260}"/>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Refactor để test dùng lại được cho project khác</a:t>
            </a:r>
          </a:p>
        </p:txBody>
      </p:sp>
      <p:sp>
        <p:nvSpPr>
          <p:cNvPr id="4" name="">
            <a:extLst xmlns:a="http://schemas.openxmlformats.org/drawingml/2006/main">
              <a:ext uri="{FF2B5EF4-FFF2-40B4-BE49-F238E27FC236}">
                <a16:creationId xmlns:a16="http://schemas.microsoft.com/office/drawing/2014/main" id="{B48C56E9-BCD9-4188-B3F4-AF99DD79348F}"/>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Tách connection, lifecycle và dữ liệu khỏi test checkout</a:t>
            </a:r>
          </a:p>
        </p:txBody>
      </p:sp>
      <p:sp>
        <p:nvSpPr>
          <p:cNvPr id="5" name="">
            <a:extLst xmlns:a="http://schemas.openxmlformats.org/drawingml/2006/main">
              <a:ext uri="{FF2B5EF4-FFF2-40B4-BE49-F238E27FC236}">
                <a16:creationId xmlns:a16="http://schemas.microsoft.com/office/drawing/2014/main" id="{63FC44D8-75D1-407E-A53B-75C1BF1A9591}"/>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14 / 15</a:t>
            </a:r>
          </a:p>
        </p:txBody>
      </p:sp>
      <p:sp>
        <p:nvSpPr>
          <p:cNvPr id="6" name="">
            <a:extLst xmlns:a="http://schemas.openxmlformats.org/drawingml/2006/main">
              <a:ext uri="{FF2B5EF4-FFF2-40B4-BE49-F238E27FC236}">
                <a16:creationId xmlns:a16="http://schemas.microsoft.com/office/drawing/2014/main" id="{15F515C9-713C-4F11-B8F4-0EF294872B3B}"/>
              </a:ext>
            </a:extLst>
          </p:cNvPr>
          <p:cNvSpPr>
            <a:spLocks xmlns:a="http://schemas.openxmlformats.org/drawingml/2006/main" noGrp="1"/>
          </p:cNvSpPr>
          <p:nvPr/>
        </p:nvSpPr>
        <p:spPr>
          <a:xfrm xmlns:a="http://schemas.openxmlformats.org/drawingml/2006/main">
            <a:off x="0" y="6810375"/>
            <a:ext cx="112585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0FD7FF-A64B-4DD2-914A-B3A38CCD0DF8}"/>
              </a:ext>
            </a:extLst>
          </p:cNvPr>
          <p:cNvSpPr>
            <a:spLocks xmlns:a="http://schemas.openxmlformats.org/drawingml/2006/main" noGrp="1"/>
          </p:cNvSpPr>
          <p:nvPr/>
        </p:nvSpPr>
        <p:spPr>
          <a:xfrm xmlns:a="http://schemas.openxmlformats.org/drawingml/2006/main">
            <a:off x="685800" y="1809750"/>
            <a:ext cx="521970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E8174979-6921-42BC-BFB7-CC0072785AD4}"/>
              </a:ext>
            </a:extLst>
          </p:cNvPr>
          <p:cNvSpPr>
            <a:spLocks xmlns:a="http://schemas.openxmlformats.org/drawingml/2006/main" noGrp="1"/>
          </p:cNvSpPr>
          <p:nvPr/>
        </p:nvSpPr>
        <p:spPr>
          <a:xfrm xmlns:a="http://schemas.openxmlformats.org/drawingml/2006/main">
            <a:off x="685800" y="1809750"/>
            <a:ext cx="47625" cy="33337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0B1646-4A7B-44D0-B66B-CF4482CAA8CE}"/>
              </a:ext>
            </a:extLst>
          </p:cNvPr>
          <p:cNvSpPr>
            <a:spLocks xmlns:a="http://schemas.openxmlformats.org/drawingml/2006/main" noGrp="1"/>
          </p:cNvSpPr>
          <p:nvPr/>
        </p:nvSpPr>
        <p:spPr>
          <a:xfrm xmlns:a="http://schemas.openxmlformats.org/drawingml/2006/main">
            <a:off x="952500" y="2019300"/>
            <a:ext cx="4667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src/test/</a:t>
            </a:r>
          </a:p>
          <a:p xmlns:a="http://schemas.openxmlformats.org/drawingml/2006/main">
            <a:pPr algn="l">
              <a:buNone/>
              <a:defRPr sz="1350" b="0">
                <a:solidFill>
                  <a:srgbClr val="172033"/>
                </a:solidFill>
              </a:defRPr>
            </a:pPr>
            <a:r>
              <a:rPr sz="1350" b="0">
                <a:solidFill>
                  <a:srgbClr val="172033"/>
                </a:solidFill>
              </a:rPr>
              <a:t>|-- java/support/</a:t>
            </a:r>
          </a:p>
          <a:p xmlns:a="http://schemas.openxmlformats.org/drawingml/2006/main">
            <a:pPr algn="l">
              <a:buNone/>
              <a:defRPr sz="1350" b="0">
                <a:solidFill>
                  <a:srgbClr val="172033"/>
                </a:solidFill>
              </a:defRPr>
            </a:pPr>
            <a:r>
              <a:rPr sz="1350" b="0">
                <a:solidFill>
                  <a:srgbClr val="172033"/>
                </a:solidFill>
              </a:rPr>
              <a:t>|   |-- DatabaseConnectionFactory</a:t>
            </a:r>
          </a:p>
          <a:p xmlns:a="http://schemas.openxmlformats.org/drawingml/2006/main">
            <a:pPr algn="l">
              <a:buNone/>
              <a:defRPr sz="1350" b="0">
                <a:solidFill>
                  <a:srgbClr val="172033"/>
                </a:solidFill>
              </a:defRPr>
            </a:pPr>
            <a:r>
              <a:rPr sz="1350" b="0">
                <a:solidFill>
                  <a:srgbClr val="172033"/>
                </a:solidFill>
              </a:rPr>
              <a:t>|   `-- DatabaseTestSupport</a:t>
            </a:r>
          </a:p>
          <a:p xmlns:a="http://schemas.openxmlformats.org/drawingml/2006/main">
            <a:pPr algn="l">
              <a:buNone/>
              <a:defRPr sz="1350" b="0">
                <a:solidFill>
                  <a:srgbClr val="172033"/>
                </a:solidFill>
              </a:defRPr>
            </a:pPr>
            <a:r>
              <a:rPr sz="1350" b="0">
                <a:solidFill>
                  <a:srgbClr val="172033"/>
                </a:solidFill>
              </a:rPr>
              <a:t>|-- java/tests/</a:t>
            </a:r>
          </a:p>
          <a:p xmlns:a="http://schemas.openxmlformats.org/drawingml/2006/main">
            <a:pPr algn="l">
              <a:buNone/>
              <a:defRPr sz="1350" b="0">
                <a:solidFill>
                  <a:srgbClr val="172033"/>
                </a:solidFill>
              </a:defRPr>
            </a:pPr>
            <a:r>
              <a:rPr sz="1350" b="0">
                <a:solidFill>
                  <a:srgbClr val="172033"/>
                </a:solidFill>
              </a:rPr>
              <a:t>|   `-- CheckoutDatabaseTest</a:t>
            </a:r>
          </a:p>
          <a:p xmlns:a="http://schemas.openxmlformats.org/drawingml/2006/main">
            <a:pPr algn="l">
              <a:buNone/>
              <a:defRPr sz="1350" b="0">
                <a:solidFill>
                  <a:srgbClr val="172033"/>
                </a:solidFill>
              </a:defRPr>
            </a:pPr>
            <a:r>
              <a:rPr sz="1350" b="0">
                <a:solidFill>
                  <a:srgbClr val="172033"/>
                </a:solidFill>
              </a:rPr>
              <a:t>`-- resources/</a:t>
            </a:r>
          </a:p>
          <a:p xmlns:a="http://schemas.openxmlformats.org/drawingml/2006/main">
            <a:pPr algn="l">
              <a:buNone/>
              <a:defRPr sz="1350" b="0">
                <a:solidFill>
                  <a:srgbClr val="172033"/>
                </a:solidFill>
              </a:defRPr>
            </a:pPr>
            <a:r>
              <a:rPr sz="1350" b="0">
                <a:solidFill>
                  <a:srgbClr val="172033"/>
                </a:solidFill>
              </a:rPr>
              <a:t>    |-- database-test.properties</a:t>
            </a:r>
          </a:p>
          <a:p xmlns:a="http://schemas.openxmlformats.org/drawingml/2006/main">
            <a:pPr algn="l">
              <a:buNone/>
              <a:defRPr sz="1350" b="0">
                <a:solidFill>
                  <a:srgbClr val="172033"/>
                </a:solidFill>
              </a:defRPr>
            </a:pPr>
            <a:r>
              <a:rPr sz="1350" b="0">
                <a:solidFill>
                  <a:srgbClr val="172033"/>
                </a:solidFill>
              </a:rPr>
              <a:t>    |-- schema.sql</a:t>
            </a:r>
          </a:p>
          <a:p xmlns:a="http://schemas.openxmlformats.org/drawingml/2006/main">
            <a:pPr algn="l">
              <a:buNone/>
              <a:defRPr sz="1350" b="0">
                <a:solidFill>
                  <a:srgbClr val="172033"/>
                </a:solidFill>
              </a:defRPr>
            </a:pPr>
            <a:r>
              <a:rPr sz="1350" b="0">
                <a:solidFill>
                  <a:srgbClr val="172033"/>
                </a:solidFill>
              </a:rPr>
              <a:t>    `-- datasets/</a:t>
            </a:r>
          </a:p>
        </p:txBody>
      </p:sp>
      <p:sp>
        <p:nvSpPr>
          <p:cNvPr id="10" name="">
            <a:extLst xmlns:a="http://schemas.openxmlformats.org/drawingml/2006/main">
              <a:ext uri="{FF2B5EF4-FFF2-40B4-BE49-F238E27FC236}">
                <a16:creationId xmlns:a16="http://schemas.microsoft.com/office/drawing/2014/main" id="{4885090C-817E-41F8-BE08-A50C1CFDBB6A}"/>
              </a:ext>
            </a:extLst>
          </p:cNvPr>
          <p:cNvSpPr>
            <a:spLocks xmlns:a="http://schemas.openxmlformats.org/drawingml/2006/main" noGrp="1"/>
          </p:cNvSpPr>
          <p:nvPr/>
        </p:nvSpPr>
        <p:spPr>
          <a:xfrm xmlns:a="http://schemas.openxmlformats.org/drawingml/2006/main">
            <a:off x="6305550" y="1952625"/>
            <a:ext cx="5200650" cy="161925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E1E616-25F9-4FF1-AE0F-22013100AD50}"/>
              </a:ext>
            </a:extLst>
          </p:cNvPr>
          <p:cNvSpPr>
            <a:spLocks xmlns:a="http://schemas.openxmlformats.org/drawingml/2006/main" noGrp="1"/>
          </p:cNvSpPr>
          <p:nvPr/>
        </p:nvSpPr>
        <p:spPr>
          <a:xfrm xmlns:a="http://schemas.openxmlformats.org/drawingml/2006/main">
            <a:off x="6305550" y="1952625"/>
            <a:ext cx="47625" cy="161925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AAB2C9-C241-4495-BFB9-4B7EB798B46F}"/>
              </a:ext>
            </a:extLst>
          </p:cNvPr>
          <p:cNvSpPr>
            <a:spLocks xmlns:a="http://schemas.openxmlformats.org/drawingml/2006/main" noGrp="1"/>
          </p:cNvSpPr>
          <p:nvPr/>
        </p:nvSpPr>
        <p:spPr>
          <a:xfrm xmlns:a="http://schemas.openxmlformats.org/drawingml/2006/main">
            <a:off x="6534150" y="2143125"/>
            <a:ext cx="48006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D9E5F5"/>
                </a:solidFill>
              </a:defRPr>
            </a:pPr>
            <a:r>
              <a:rPr sz="1350" b="0">
                <a:solidFill>
                  <a:srgbClr val="D9E5F5"/>
                </a:solidFill>
              </a:rPr>
              <a:t>DB_DRIVER=org.sqlite.JDBC</a:t>
            </a:r>
          </a:p>
          <a:p xmlns:a="http://schemas.openxmlformats.org/drawingml/2006/main">
            <a:pPr algn="l">
              <a:buNone/>
              <a:defRPr sz="1350" b="0">
                <a:solidFill>
                  <a:srgbClr val="D9E5F5"/>
                </a:solidFill>
              </a:defRPr>
            </a:pPr>
            <a:r>
              <a:rPr sz="1350" b="0">
                <a:solidFill>
                  <a:srgbClr val="D9E5F5"/>
                </a:solidFill>
              </a:rPr>
              <a:t>DB_URL=jdbc:sqlite:${DB_PATH}</a:t>
            </a:r>
          </a:p>
          <a:p xmlns:a="http://schemas.openxmlformats.org/drawingml/2006/main">
            <a:pPr algn="l">
              <a:buNone/>
              <a:defRPr sz="1350" b="0">
                <a:solidFill>
                  <a:srgbClr val="D9E5F5"/>
                </a:solidFill>
              </a:defRPr>
            </a:pPr>
            <a:r>
              <a:rPr sz="1350" b="0">
                <a:solidFill>
                  <a:srgbClr val="D9E5F5"/>
                </a:solidFill>
              </a:rPr>
              <a:t>DB_USER=</a:t>
            </a:r>
          </a:p>
          <a:p xmlns:a="http://schemas.openxmlformats.org/drawingml/2006/main">
            <a:pPr algn="l">
              <a:buNone/>
              <a:defRPr sz="1350" b="0">
                <a:solidFill>
                  <a:srgbClr val="D9E5F5"/>
                </a:solidFill>
              </a:defRPr>
            </a:pPr>
            <a:r>
              <a:rPr sz="1350" b="0">
                <a:solidFill>
                  <a:srgbClr val="D9E5F5"/>
                </a:solidFill>
              </a:rPr>
              <a:t>DB_PASSWORD=</a:t>
            </a:r>
          </a:p>
        </p:txBody>
      </p:sp>
      <p:sp>
        <p:nvSpPr>
          <p:cNvPr id="13" name="">
            <a:extLst xmlns:a="http://schemas.openxmlformats.org/drawingml/2006/main">
              <a:ext uri="{FF2B5EF4-FFF2-40B4-BE49-F238E27FC236}">
                <a16:creationId xmlns:a16="http://schemas.microsoft.com/office/drawing/2014/main" id="{727D75EA-2240-4624-AF3F-DB1DF2087E9D}"/>
              </a:ext>
            </a:extLst>
          </p:cNvPr>
          <p:cNvSpPr>
            <a:spLocks xmlns:a="http://schemas.openxmlformats.org/drawingml/2006/main" noGrp="1"/>
          </p:cNvSpPr>
          <p:nvPr/>
        </p:nvSpPr>
        <p:spPr>
          <a:xfrm xmlns:a="http://schemas.openxmlformats.org/drawingml/2006/main">
            <a:off x="6305550" y="3810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72033"/>
                </a:solidFill>
              </a:defRPr>
            </a:pPr>
            <a:r>
              <a:rPr sz="1650" b="1">
                <a:solidFill>
                  <a:srgbClr val="172033"/>
                </a:solidFill>
              </a:rPr>
              <a:t>Bốn thao tác sẽ trình bày:</a:t>
            </a:r>
          </a:p>
        </p:txBody>
      </p:sp>
      <p:sp>
        <p:nvSpPr>
          <p:cNvPr id="14" name="">
            <a:extLst xmlns:a="http://schemas.openxmlformats.org/drawingml/2006/main">
              <a:ext uri="{FF2B5EF4-FFF2-40B4-BE49-F238E27FC236}">
                <a16:creationId xmlns:a16="http://schemas.microsoft.com/office/drawing/2014/main" id="{666346D2-898D-4AE7-BA58-E96E83859DA8}"/>
              </a:ext>
            </a:extLst>
          </p:cNvPr>
          <p:cNvSpPr>
            <a:spLocks xmlns:a="http://schemas.openxmlformats.org/drawingml/2006/main" noGrp="1"/>
          </p:cNvSpPr>
          <p:nvPr/>
        </p:nvSpPr>
        <p:spPr>
          <a:xfrm xmlns:a="http://schemas.openxmlformats.org/drawingml/2006/main">
            <a:off x="6305550" y="42862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5" name="">
            <a:extLst xmlns:a="http://schemas.openxmlformats.org/drawingml/2006/main">
              <a:ext uri="{FF2B5EF4-FFF2-40B4-BE49-F238E27FC236}">
                <a16:creationId xmlns:a16="http://schemas.microsoft.com/office/drawing/2014/main" id="{AB5F133C-95BF-4D5A-A624-6A65633B2316}"/>
              </a:ext>
            </a:extLst>
          </p:cNvPr>
          <p:cNvSpPr>
            <a:spLocks xmlns:a="http://schemas.openxmlformats.org/drawingml/2006/main" noGrp="1"/>
          </p:cNvSpPr>
          <p:nvPr/>
        </p:nvSpPr>
        <p:spPr>
          <a:xfrm xmlns:a="http://schemas.openxmlformats.org/drawingml/2006/main">
            <a:off x="6305550" y="4286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4B120C-CD11-4A26-B899-CDC609E9905C}"/>
              </a:ext>
            </a:extLst>
          </p:cNvPr>
          <p:cNvSpPr>
            <a:spLocks xmlns:a="http://schemas.openxmlformats.org/drawingml/2006/main" noGrp="1"/>
          </p:cNvSpPr>
          <p:nvPr/>
        </p:nvSpPr>
        <p:spPr>
          <a:xfrm xmlns:a="http://schemas.openxmlformats.org/drawingml/2006/main">
            <a:off x="6477000" y="44005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Chỉ ra hard-code</a:t>
            </a:r>
          </a:p>
        </p:txBody>
      </p:sp>
      <p:sp>
        <p:nvSpPr>
          <p:cNvPr id="17" name="">
            <a:extLst xmlns:a="http://schemas.openxmlformats.org/drawingml/2006/main">
              <a:ext uri="{FF2B5EF4-FFF2-40B4-BE49-F238E27FC236}">
                <a16:creationId xmlns:a16="http://schemas.microsoft.com/office/drawing/2014/main" id="{F52E15AB-7361-461F-9477-B4C4699C20BC}"/>
              </a:ext>
            </a:extLst>
          </p:cNvPr>
          <p:cNvSpPr>
            <a:spLocks xmlns:a="http://schemas.openxmlformats.org/drawingml/2006/main" noGrp="1"/>
          </p:cNvSpPr>
          <p:nvPr/>
        </p:nvSpPr>
        <p:spPr>
          <a:xfrm xmlns:a="http://schemas.openxmlformats.org/drawingml/2006/main">
            <a:off x="9010650" y="42862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8" name="">
            <a:extLst xmlns:a="http://schemas.openxmlformats.org/drawingml/2006/main">
              <a:ext uri="{FF2B5EF4-FFF2-40B4-BE49-F238E27FC236}">
                <a16:creationId xmlns:a16="http://schemas.microsoft.com/office/drawing/2014/main" id="{CBAE90E1-5EA1-47DC-86E9-E7971B0811BE}"/>
              </a:ext>
            </a:extLst>
          </p:cNvPr>
          <p:cNvSpPr>
            <a:spLocks xmlns:a="http://schemas.openxmlformats.org/drawingml/2006/main" noGrp="1"/>
          </p:cNvSpPr>
          <p:nvPr/>
        </p:nvSpPr>
        <p:spPr>
          <a:xfrm xmlns:a="http://schemas.openxmlformats.org/drawingml/2006/main">
            <a:off x="9010650" y="4286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B0D5DD-E84F-4C92-8DC8-35303E098A5E}"/>
              </a:ext>
            </a:extLst>
          </p:cNvPr>
          <p:cNvSpPr>
            <a:spLocks xmlns:a="http://schemas.openxmlformats.org/drawingml/2006/main" noGrp="1"/>
          </p:cNvSpPr>
          <p:nvPr/>
        </p:nvSpPr>
        <p:spPr>
          <a:xfrm xmlns:a="http://schemas.openxmlformats.org/drawingml/2006/main">
            <a:off x="9182100" y="44005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Tách config</a:t>
            </a:r>
          </a:p>
        </p:txBody>
      </p:sp>
      <p:sp>
        <p:nvSpPr>
          <p:cNvPr id="20" name="">
            <a:extLst xmlns:a="http://schemas.openxmlformats.org/drawingml/2006/main">
              <a:ext uri="{FF2B5EF4-FFF2-40B4-BE49-F238E27FC236}">
                <a16:creationId xmlns:a16="http://schemas.microsoft.com/office/drawing/2014/main" id="{BFBCF31C-77A1-459C-86D2-C314D8401806}"/>
              </a:ext>
            </a:extLst>
          </p:cNvPr>
          <p:cNvSpPr>
            <a:spLocks xmlns:a="http://schemas.openxmlformats.org/drawingml/2006/main" noGrp="1"/>
          </p:cNvSpPr>
          <p:nvPr/>
        </p:nvSpPr>
        <p:spPr>
          <a:xfrm xmlns:a="http://schemas.openxmlformats.org/drawingml/2006/main">
            <a:off x="6305550" y="49720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1" name="">
            <a:extLst xmlns:a="http://schemas.openxmlformats.org/drawingml/2006/main">
              <a:ext uri="{FF2B5EF4-FFF2-40B4-BE49-F238E27FC236}">
                <a16:creationId xmlns:a16="http://schemas.microsoft.com/office/drawing/2014/main" id="{FD9E7F3B-2F2A-4762-8021-0E065AFB3775}"/>
              </a:ext>
            </a:extLst>
          </p:cNvPr>
          <p:cNvSpPr>
            <a:spLocks xmlns:a="http://schemas.openxmlformats.org/drawingml/2006/main" noGrp="1"/>
          </p:cNvSpPr>
          <p:nvPr/>
        </p:nvSpPr>
        <p:spPr>
          <a:xfrm xmlns:a="http://schemas.openxmlformats.org/drawingml/2006/main">
            <a:off x="6305550" y="4972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2DAD6B-8A24-4FB0-8952-6A1F0397BC59}"/>
              </a:ext>
            </a:extLst>
          </p:cNvPr>
          <p:cNvSpPr>
            <a:spLocks xmlns:a="http://schemas.openxmlformats.org/drawingml/2006/main" noGrp="1"/>
          </p:cNvSpPr>
          <p:nvPr/>
        </p:nvSpPr>
        <p:spPr>
          <a:xfrm xmlns:a="http://schemas.openxmlformats.org/drawingml/2006/main">
            <a:off x="6477000" y="50863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Chạy lại test</a:t>
            </a:r>
          </a:p>
        </p:txBody>
      </p:sp>
      <p:sp>
        <p:nvSpPr>
          <p:cNvPr id="23" name="">
            <a:extLst xmlns:a="http://schemas.openxmlformats.org/drawingml/2006/main">
              <a:ext uri="{FF2B5EF4-FFF2-40B4-BE49-F238E27FC236}">
                <a16:creationId xmlns:a16="http://schemas.microsoft.com/office/drawing/2014/main" id="{EBEB65BA-3B67-43FF-9FC2-B5A05AA9AA26}"/>
              </a:ext>
            </a:extLst>
          </p:cNvPr>
          <p:cNvSpPr>
            <a:spLocks xmlns:a="http://schemas.openxmlformats.org/drawingml/2006/main" noGrp="1"/>
          </p:cNvSpPr>
          <p:nvPr/>
        </p:nvSpPr>
        <p:spPr>
          <a:xfrm xmlns:a="http://schemas.openxmlformats.org/drawingml/2006/main">
            <a:off x="9010650" y="49720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4" name="">
            <a:extLst xmlns:a="http://schemas.openxmlformats.org/drawingml/2006/main">
              <a:ext uri="{FF2B5EF4-FFF2-40B4-BE49-F238E27FC236}">
                <a16:creationId xmlns:a16="http://schemas.microsoft.com/office/drawing/2014/main" id="{1CDDDEA0-C3D5-4F45-8C37-CA78285790C9}"/>
              </a:ext>
            </a:extLst>
          </p:cNvPr>
          <p:cNvSpPr>
            <a:spLocks xmlns:a="http://schemas.openxmlformats.org/drawingml/2006/main" noGrp="1"/>
          </p:cNvSpPr>
          <p:nvPr/>
        </p:nvSpPr>
        <p:spPr>
          <a:xfrm xmlns:a="http://schemas.openxmlformats.org/drawingml/2006/main">
            <a:off x="9010650" y="4972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DDDA562-723F-44E4-9A3E-1BB3350F8DB4}"/>
              </a:ext>
            </a:extLst>
          </p:cNvPr>
          <p:cNvSpPr>
            <a:spLocks xmlns:a="http://schemas.openxmlformats.org/drawingml/2006/main" noGrp="1"/>
          </p:cNvSpPr>
          <p:nvPr/>
        </p:nvSpPr>
        <p:spPr>
          <a:xfrm xmlns:a="http://schemas.openxmlformats.org/drawingml/2006/main">
            <a:off x="9182100" y="50863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72033"/>
                </a:solidFill>
              </a:defRPr>
            </a:pPr>
            <a:r>
              <a:rPr sz="1350" b="0">
                <a:solidFill>
                  <a:srgbClr val="172033"/>
                </a:solidFill>
              </a:rPr>
              <a:t>Đổi project</a:t>
            </a:r>
          </a:p>
        </p:txBody>
      </p:sp>
    </p:spTree>
    <p:extLst>
      <p:ext uri="{BB962C8B-B14F-4D97-AF65-F5344CB8AC3E}">
        <p14:creationId xmlns:p14="http://schemas.microsoft.com/office/powerpoint/2010/main" val="768604377"/>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1E4AFD-0636-4F3A-8403-E86559DBD45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335C6D-2B39-491F-BBCF-69F48A18952C}"/>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0F8B8D"/>
                </a:solidFill>
              </a:defRPr>
            </a:pPr>
            <a:r>
              <a:rPr sz="1200" b="1">
                <a:solidFill>
                  <a:srgbClr val="0F8B8D"/>
                </a:solidFill>
              </a:rPr>
              <a:t>ĐIỂM CẦN NHỚ</a:t>
            </a:r>
          </a:p>
        </p:txBody>
      </p:sp>
      <p:sp>
        <p:nvSpPr>
          <p:cNvPr id="3" name="">
            <a:extLst xmlns:a="http://schemas.openxmlformats.org/drawingml/2006/main">
              <a:ext uri="{FF2B5EF4-FFF2-40B4-BE49-F238E27FC236}">
                <a16:creationId xmlns:a16="http://schemas.microsoft.com/office/drawing/2014/main" id="{58ED4206-DCBB-4433-8492-F1CB954BC77D}"/>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23B67"/>
                </a:solidFill>
              </a:defRPr>
            </a:pPr>
            <a:r>
              <a:rPr sz="3600" b="1">
                <a:solidFill>
                  <a:srgbClr val="123B67"/>
                </a:solidFill>
              </a:rPr>
              <a:t>Dùng đúng công cụ cho đúng ranh giới</a:t>
            </a:r>
          </a:p>
        </p:txBody>
      </p:sp>
      <p:sp>
        <p:nvSpPr>
          <p:cNvPr id="4" name="">
            <a:extLst xmlns:a="http://schemas.openxmlformats.org/drawingml/2006/main">
              <a:ext uri="{FF2B5EF4-FFF2-40B4-BE49-F238E27FC236}">
                <a16:creationId xmlns:a16="http://schemas.microsoft.com/office/drawing/2014/main" id="{CA16CD4C-698A-463F-998B-BA5729FF1EB2}"/>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26579"/>
                </a:solidFill>
              </a:defRPr>
            </a:pPr>
            <a:r>
              <a:rPr sz="1050" b="0">
                <a:solidFill>
                  <a:srgbClr val="526579"/>
                </a:solidFill>
              </a:rPr>
              <a:t>Kết luận</a:t>
            </a:r>
          </a:p>
        </p:txBody>
      </p:sp>
      <p:sp>
        <p:nvSpPr>
          <p:cNvPr id="5" name="">
            <a:extLst xmlns:a="http://schemas.openxmlformats.org/drawingml/2006/main">
              <a:ext uri="{FF2B5EF4-FFF2-40B4-BE49-F238E27FC236}">
                <a16:creationId xmlns:a16="http://schemas.microsoft.com/office/drawing/2014/main" id="{4D8C7D05-028C-4FF8-8BD7-27035F7A4461}"/>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26579"/>
                </a:solidFill>
              </a:defRPr>
            </a:pPr>
            <a:r>
              <a:rPr sz="1050" b="0">
                <a:solidFill>
                  <a:srgbClr val="526579"/>
                </a:solidFill>
              </a:rPr>
              <a:t>15 / 15</a:t>
            </a:r>
          </a:p>
        </p:txBody>
      </p:sp>
      <p:sp>
        <p:nvSpPr>
          <p:cNvPr id="6" name="">
            <a:extLst xmlns:a="http://schemas.openxmlformats.org/drawingml/2006/main">
              <a:ext uri="{FF2B5EF4-FFF2-40B4-BE49-F238E27FC236}">
                <a16:creationId xmlns:a16="http://schemas.microsoft.com/office/drawing/2014/main" id="{4B4E35E3-47C6-44B4-8378-50145BC6752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7A3CAB-A580-4F32-ADFF-96F0611A25A8}"/>
              </a:ext>
            </a:extLst>
          </p:cNvPr>
          <p:cNvSpPr>
            <a:spLocks xmlns:a="http://schemas.openxmlformats.org/drawingml/2006/main" noGrp="1"/>
          </p:cNvSpPr>
          <p:nvPr/>
        </p:nvSpPr>
        <p:spPr>
          <a:xfrm xmlns:a="http://schemas.openxmlformats.org/drawingml/2006/main">
            <a:off x="685800" y="1809750"/>
            <a:ext cx="3333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0EEDF2D9-8673-41C7-BB9C-0E25CD575A65}"/>
              </a:ext>
            </a:extLst>
          </p:cNvPr>
          <p:cNvSpPr>
            <a:spLocks xmlns:a="http://schemas.openxmlformats.org/drawingml/2006/main" noGrp="1"/>
          </p:cNvSpPr>
          <p:nvPr/>
        </p:nvSpPr>
        <p:spPr>
          <a:xfrm xmlns:a="http://schemas.openxmlformats.org/drawingml/2006/main">
            <a:off x="685800" y="1809750"/>
            <a:ext cx="3333750" cy="4762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AA9E0F8-D972-4CB3-AA49-4D3630C0C9C6}"/>
              </a:ext>
            </a:extLst>
          </p:cNvPr>
          <p:cNvSpPr>
            <a:spLocks xmlns:a="http://schemas.openxmlformats.org/drawingml/2006/main" noGrp="1"/>
          </p:cNvSpPr>
          <p:nvPr/>
        </p:nvSpPr>
        <p:spPr>
          <a:xfrm xmlns:a="http://schemas.openxmlformats.org/drawingml/2006/main">
            <a:off x="857250" y="20002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DbUnit</a:t>
            </a:r>
          </a:p>
        </p:txBody>
      </p:sp>
      <p:sp>
        <p:nvSpPr>
          <p:cNvPr id="10" name="">
            <a:extLst xmlns:a="http://schemas.openxmlformats.org/drawingml/2006/main">
              <a:ext uri="{FF2B5EF4-FFF2-40B4-BE49-F238E27FC236}">
                <a16:creationId xmlns:a16="http://schemas.microsoft.com/office/drawing/2014/main" id="{96177D77-C970-4916-A034-3065805D5113}"/>
              </a:ext>
            </a:extLst>
          </p:cNvPr>
          <p:cNvSpPr>
            <a:spLocks xmlns:a="http://schemas.openxmlformats.org/drawingml/2006/main" noGrp="1"/>
          </p:cNvSpPr>
          <p:nvPr/>
        </p:nvSpPr>
        <p:spPr>
          <a:xfrm xmlns:a="http://schemas.openxmlformats.org/drawingml/2006/main">
            <a:off x="857250" y="2419350"/>
            <a:ext cx="29908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Kiểm soát trạng thái CSDL quan hệ và xác minh kết quả ổn định.</a:t>
            </a:r>
          </a:p>
        </p:txBody>
      </p:sp>
      <p:sp>
        <p:nvSpPr>
          <p:cNvPr id="11" name="">
            <a:extLst xmlns:a="http://schemas.openxmlformats.org/drawingml/2006/main">
              <a:ext uri="{FF2B5EF4-FFF2-40B4-BE49-F238E27FC236}">
                <a16:creationId xmlns:a16="http://schemas.microsoft.com/office/drawing/2014/main" id="{A6770EFC-7822-4D09-BAD7-561309CE2CBB}"/>
              </a:ext>
            </a:extLst>
          </p:cNvPr>
          <p:cNvSpPr>
            <a:spLocks xmlns:a="http://schemas.openxmlformats.org/drawingml/2006/main" noGrp="1"/>
          </p:cNvSpPr>
          <p:nvPr/>
        </p:nvSpPr>
        <p:spPr>
          <a:xfrm xmlns:a="http://schemas.openxmlformats.org/drawingml/2006/main">
            <a:off x="4429125" y="1809750"/>
            <a:ext cx="3333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7791C2BB-DF9C-47F3-9DE3-5FD71CE6B0B3}"/>
              </a:ext>
            </a:extLst>
          </p:cNvPr>
          <p:cNvSpPr>
            <a:spLocks xmlns:a="http://schemas.openxmlformats.org/drawingml/2006/main" noGrp="1"/>
          </p:cNvSpPr>
          <p:nvPr/>
        </p:nvSpPr>
        <p:spPr>
          <a:xfrm xmlns:a="http://schemas.openxmlformats.org/drawingml/2006/main">
            <a:off x="4429125" y="1809750"/>
            <a:ext cx="33337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4CEC04-9604-4E18-9DA6-F87CFA4E4509}"/>
              </a:ext>
            </a:extLst>
          </p:cNvPr>
          <p:cNvSpPr>
            <a:spLocks xmlns:a="http://schemas.openxmlformats.org/drawingml/2006/main" noGrp="1"/>
          </p:cNvSpPr>
          <p:nvPr/>
        </p:nvSpPr>
        <p:spPr>
          <a:xfrm xmlns:a="http://schemas.openxmlformats.org/drawingml/2006/main">
            <a:off x="4600575" y="20002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Database Rider</a:t>
            </a:r>
          </a:p>
        </p:txBody>
      </p:sp>
      <p:sp>
        <p:nvSpPr>
          <p:cNvPr id="14" name="">
            <a:extLst xmlns:a="http://schemas.openxmlformats.org/drawingml/2006/main">
              <a:ext uri="{FF2B5EF4-FFF2-40B4-BE49-F238E27FC236}">
                <a16:creationId xmlns:a16="http://schemas.microsoft.com/office/drawing/2014/main" id="{85DC2AE3-8C6E-4CFE-89E5-28CCB7F54F37}"/>
              </a:ext>
            </a:extLst>
          </p:cNvPr>
          <p:cNvSpPr>
            <a:spLocks xmlns:a="http://schemas.openxmlformats.org/drawingml/2006/main" noGrp="1"/>
          </p:cNvSpPr>
          <p:nvPr/>
        </p:nvSpPr>
        <p:spPr>
          <a:xfrm xmlns:a="http://schemas.openxmlformats.org/drawingml/2006/main">
            <a:off x="4600575" y="2419350"/>
            <a:ext cx="29908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Giữ nguyên ý tưởng nhưng giúp dataset và test dễ bảo trì hơn.</a:t>
            </a:r>
          </a:p>
        </p:txBody>
      </p:sp>
      <p:sp>
        <p:nvSpPr>
          <p:cNvPr id="15" name="">
            <a:extLst xmlns:a="http://schemas.openxmlformats.org/drawingml/2006/main">
              <a:ext uri="{FF2B5EF4-FFF2-40B4-BE49-F238E27FC236}">
                <a16:creationId xmlns:a16="http://schemas.microsoft.com/office/drawing/2014/main" id="{25425390-B6BB-4A55-AC56-B9320A8C3CC5}"/>
              </a:ext>
            </a:extLst>
          </p:cNvPr>
          <p:cNvSpPr>
            <a:spLocks xmlns:a="http://schemas.openxmlformats.org/drawingml/2006/main" noGrp="1"/>
          </p:cNvSpPr>
          <p:nvPr/>
        </p:nvSpPr>
        <p:spPr>
          <a:xfrm xmlns:a="http://schemas.openxmlformats.org/drawingml/2006/main">
            <a:off x="8172450" y="1809750"/>
            <a:ext cx="3333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DC83FD08-AF00-4B3C-9EA6-C7A013CDAE91}"/>
              </a:ext>
            </a:extLst>
          </p:cNvPr>
          <p:cNvSpPr>
            <a:spLocks xmlns:a="http://schemas.openxmlformats.org/drawingml/2006/main" noGrp="1"/>
          </p:cNvSpPr>
          <p:nvPr/>
        </p:nvSpPr>
        <p:spPr>
          <a:xfrm xmlns:a="http://schemas.openxmlformats.org/drawingml/2006/main">
            <a:off x="8172450" y="1809750"/>
            <a:ext cx="333375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DB381C-0B2D-4453-B290-14DD5B9A5A54}"/>
              </a:ext>
            </a:extLst>
          </p:cNvPr>
          <p:cNvSpPr>
            <a:spLocks xmlns:a="http://schemas.openxmlformats.org/drawingml/2006/main" noGrp="1"/>
          </p:cNvSpPr>
          <p:nvPr/>
        </p:nvSpPr>
        <p:spPr>
          <a:xfrm xmlns:a="http://schemas.openxmlformats.org/drawingml/2006/main">
            <a:off x="8343900" y="20002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2563EB"/>
                </a:solidFill>
              </a:defRPr>
            </a:pPr>
            <a:r>
              <a:rPr sz="1875" b="1">
                <a:solidFill>
                  <a:srgbClr val="2563EB"/>
                </a:solidFill>
              </a:rPr>
              <a:t>Tonic</a:t>
            </a:r>
          </a:p>
        </p:txBody>
      </p:sp>
      <p:sp>
        <p:nvSpPr>
          <p:cNvPr id="18" name="">
            <a:extLst xmlns:a="http://schemas.openxmlformats.org/drawingml/2006/main">
              <a:ext uri="{FF2B5EF4-FFF2-40B4-BE49-F238E27FC236}">
                <a16:creationId xmlns:a16="http://schemas.microsoft.com/office/drawing/2014/main" id="{A27140FE-09B0-43FC-9BC6-FC22D77A5E47}"/>
              </a:ext>
            </a:extLst>
          </p:cNvPr>
          <p:cNvSpPr>
            <a:spLocks xmlns:a="http://schemas.openxmlformats.org/drawingml/2006/main" noGrp="1"/>
          </p:cNvSpPr>
          <p:nvPr/>
        </p:nvSpPr>
        <p:spPr>
          <a:xfrm xmlns:a="http://schemas.openxmlformats.org/drawingml/2006/main">
            <a:off x="8343900" y="2419350"/>
            <a:ext cx="29908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72033"/>
                </a:solidFill>
              </a:defRPr>
            </a:pPr>
            <a:r>
              <a:rPr sz="1500" b="0">
                <a:solidFill>
                  <a:srgbClr val="172033"/>
                </a:solidFill>
              </a:rPr>
              <a:t>Tạo dữ liệu an toàn cho CSDL quan hệ và một số hệ NoSQL.</a:t>
            </a:r>
          </a:p>
        </p:txBody>
      </p:sp>
      <p:sp>
        <p:nvSpPr>
          <p:cNvPr id="19" name="">
            <a:extLst xmlns:a="http://schemas.openxmlformats.org/drawingml/2006/main">
              <a:ext uri="{FF2B5EF4-FFF2-40B4-BE49-F238E27FC236}">
                <a16:creationId xmlns:a16="http://schemas.microsoft.com/office/drawing/2014/main" id="{4C416336-C299-4B3E-BD69-A1E4FB4E942D}"/>
              </a:ext>
            </a:extLst>
          </p:cNvPr>
          <p:cNvSpPr>
            <a:spLocks xmlns:a="http://schemas.openxmlformats.org/drawingml/2006/main" noGrp="1"/>
          </p:cNvSpPr>
          <p:nvPr/>
        </p:nvSpPr>
        <p:spPr>
          <a:xfrm xmlns:a="http://schemas.openxmlformats.org/drawingml/2006/main">
            <a:off x="685800" y="4000500"/>
            <a:ext cx="57150" cy="10001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074DE6-8CAD-42DE-A86D-CAC67F51779F}"/>
              </a:ext>
            </a:extLst>
          </p:cNvPr>
          <p:cNvSpPr>
            <a:spLocks xmlns:a="http://schemas.openxmlformats.org/drawingml/2006/main" noGrp="1"/>
          </p:cNvSpPr>
          <p:nvPr/>
        </p:nvSpPr>
        <p:spPr>
          <a:xfrm xmlns:a="http://schemas.openxmlformats.org/drawingml/2006/main">
            <a:off x="952500" y="4095750"/>
            <a:ext cx="990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325" b="0">
                <a:solidFill>
                  <a:srgbClr val="123B67"/>
                </a:solidFill>
              </a:defRPr>
            </a:pPr>
            <a:r>
              <a:rPr sz="2325" b="0">
                <a:solidFill>
                  <a:srgbClr val="123B67"/>
                </a:solidFill>
              </a:rPr>
              <a:t>Tái sử dụng test harness và quy trình. Viết lại schema cùng assertion nghiệp vụ tạo nên ý nghĩa của test.</a:t>
            </a:r>
          </a:p>
        </p:txBody>
      </p:sp>
      <p:sp>
        <p:nvSpPr>
          <p:cNvPr id="21" name="">
            <a:extLst xmlns:a="http://schemas.openxmlformats.org/drawingml/2006/main">
              <a:ext uri="{FF2B5EF4-FFF2-40B4-BE49-F238E27FC236}">
                <a16:creationId xmlns:a16="http://schemas.microsoft.com/office/drawing/2014/main" id="{DBA736D2-3851-482F-8D1D-1D499947A05A}"/>
              </a:ext>
            </a:extLst>
          </p:cNvPr>
          <p:cNvSpPr>
            <a:spLocks xmlns:a="http://schemas.openxmlformats.org/drawingml/2006/main" noGrp="1"/>
          </p:cNvSpPr>
          <p:nvPr/>
        </p:nvSpPr>
        <p:spPr>
          <a:xfrm xmlns:a="http://schemas.openxmlformats.org/drawingml/2006/main">
            <a:off x="685800" y="53816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526579"/>
                </a:solidFill>
              </a:defRPr>
            </a:pPr>
            <a:r>
              <a:rPr sz="2100" b="0">
                <a:solidFill>
                  <a:srgbClr val="526579"/>
                </a:solidFill>
              </a:rPr>
              <a:t>Tiếp theo: live demo trên EShop.</a:t>
            </a:r>
          </a:p>
        </p:txBody>
      </p:sp>
    </p:spTree>
    <p:extLst>
      <p:ext uri="{BB962C8B-B14F-4D97-AF65-F5344CB8AC3E}">
        <p14:creationId xmlns:p14="http://schemas.microsoft.com/office/powerpoint/2010/main" val="10861826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2026-07-19T08:43:49.2900000Z</dcterms:created>
  <dcterms:modified xsi:type="dcterms:W3CDTF">2026-07-19T08:43:49.2900000Z</dcterms:modified>
</coreProperties>
</file>